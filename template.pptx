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3.xml" ContentType="application/vnd.openxmlformats-officedocument.theme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theme/theme4.xml" ContentType="application/vnd.openxmlformats-officedocument.theme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3" r:id="rId2"/>
    <p:sldMasterId id="2147483697" r:id="rId3"/>
    <p:sldMasterId id="2147483710" r:id="rId4"/>
    <p:sldMasterId id="2147483719" r:id="rId5"/>
  </p:sldMasterIdLst>
  <p:notesMasterIdLst>
    <p:notesMasterId r:id="rId26"/>
  </p:notesMasterIdLst>
  <p:sldIdLst>
    <p:sldId id="5862" r:id="rId6"/>
    <p:sldId id="12078" r:id="rId7"/>
    <p:sldId id="13879" r:id="rId8"/>
    <p:sldId id="13945" r:id="rId9"/>
    <p:sldId id="13957" r:id="rId10"/>
    <p:sldId id="13919" r:id="rId11"/>
    <p:sldId id="13955" r:id="rId12"/>
    <p:sldId id="13946" r:id="rId13"/>
    <p:sldId id="14073" r:id="rId14"/>
    <p:sldId id="14074" r:id="rId15"/>
    <p:sldId id="14075" r:id="rId16"/>
    <p:sldId id="14077" r:id="rId17"/>
    <p:sldId id="14078" r:id="rId18"/>
    <p:sldId id="14079" r:id="rId19"/>
    <p:sldId id="14080" r:id="rId20"/>
    <p:sldId id="14081" r:id="rId21"/>
    <p:sldId id="14083" r:id="rId22"/>
    <p:sldId id="14076" r:id="rId23"/>
    <p:sldId id="15926" r:id="rId24"/>
    <p:sldId id="14272" r:id="rId2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-3293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notesMaster" Target="notesMasters/notesMaster1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6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viewProps" Target="viewProp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94C1E7D-A279-4912-AF12-8EEBEF79C75E}" type="datetimeFigureOut">
              <a:rPr lang="ko-KR" altLang="en-US" smtClean="0"/>
              <a:t>2026-08-29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C16437-8A41-4323-9A3A-FAC0F5C3A4D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817460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C16437-8A41-4323-9A3A-FAC0F5C3A4DB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322213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C16437-8A41-4323-9A3A-FAC0F5C3A4DB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9522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C16437-8A41-4323-9A3A-FAC0F5C3A4DB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256367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0BD785F-C13A-4E3B-8326-089C48F67A69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9761975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C16437-8A41-4323-9A3A-FAC0F5C3A4DB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685533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C16437-8A41-4323-9A3A-FAC0F5C3A4DB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058046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C16437-8A41-4323-9A3A-FAC0F5C3A4DB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2766667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C16437-8A41-4323-9A3A-FAC0F5C3A4DB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875073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C16437-8A41-4323-9A3A-FAC0F5C3A4DB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410440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C16437-8A41-4323-9A3A-FAC0F5C3A4DB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9848414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C16437-8A41-4323-9A3A-FAC0F5C3A4DB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193338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C16437-8A41-4323-9A3A-FAC0F5C3A4DB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8167459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C16437-8A41-4323-9A3A-FAC0F5C3A4DB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0641390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C16437-8A41-4323-9A3A-FAC0F5C3A4DB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326002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C16437-8A41-4323-9A3A-FAC0F5C3A4DB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6559037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C16437-8A41-4323-9A3A-FAC0F5C3A4DB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7732538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0BD785F-C13A-4E3B-8326-089C48F67A69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0130351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C16437-8A41-4323-9A3A-FAC0F5C3A4DB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8786964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2925763" y="849313"/>
            <a:ext cx="4075112" cy="2293937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85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0BD785F-C13A-4E3B-8326-089C48F67A69}" type="slidenum">
              <a:rPr kumimoji="0" lang="ko-KR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45852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6428197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C16437-8A41-4323-9A3A-FAC0F5C3A4DB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56147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85EAEB-0B0B-454C-923F-AE8FBC8EABCC}" type="datetimeFigureOut">
              <a:rPr lang="ko-KR" altLang="en-US" smtClean="0"/>
              <a:t>2026-08-29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9B534-284D-4412-B443-B72A3245F7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56674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85EAEB-0B0B-454C-923F-AE8FBC8EABCC}" type="datetimeFigureOut">
              <a:rPr lang="ko-KR" altLang="en-US" smtClean="0"/>
              <a:t>2026-08-29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9B534-284D-4412-B443-B72A3245F7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763940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85EAEB-0B0B-454C-923F-AE8FBC8EABCC}" type="datetimeFigureOut">
              <a:rPr lang="ko-KR" altLang="en-US" smtClean="0"/>
              <a:t>2026-08-29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9B534-284D-4412-B443-B72A3245F7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94024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85EAEB-0B0B-454C-923F-AE8FBC8EABCC}" type="datetimeFigureOut">
              <a:rPr lang="ko-KR" altLang="en-US" smtClean="0"/>
              <a:t>2026-08-29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9B534-284D-4412-B443-B72A3245F7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480611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85EAEB-0B0B-454C-923F-AE8FBC8EABCC}" type="datetimeFigureOut">
              <a:rPr lang="ko-KR" altLang="en-US" smtClean="0"/>
              <a:t>2026-08-29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9B534-284D-4412-B443-B72A3245F7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34982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85EAEB-0B0B-454C-923F-AE8FBC8EABCC}" type="datetimeFigureOut">
              <a:rPr lang="ko-KR" altLang="en-US" smtClean="0"/>
              <a:t>2026-08-29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9B534-284D-4412-B443-B72A3245F7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34771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85EAEB-0B0B-454C-923F-AE8FBC8EABCC}" type="datetimeFigureOut">
              <a:rPr lang="ko-KR" altLang="en-US" smtClean="0"/>
              <a:t>2026-08-29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9B534-284D-4412-B443-B72A3245F7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44101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85EAEB-0B0B-454C-923F-AE8FBC8EABCC}" type="datetimeFigureOut">
              <a:rPr lang="ko-KR" altLang="en-US" smtClean="0"/>
              <a:t>2026-08-29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9B534-284D-4412-B443-B72A3245F7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500314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85EAEB-0B0B-454C-923F-AE8FBC8EABCC}" type="datetimeFigureOut">
              <a:rPr lang="ko-KR" altLang="en-US" smtClean="0"/>
              <a:t>2026-08-29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9B534-284D-4412-B443-B72A3245F7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03757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85EAEB-0B0B-454C-923F-AE8FBC8EABCC}" type="datetimeFigureOut">
              <a:rPr lang="ko-KR" altLang="en-US" smtClean="0"/>
              <a:t>2026-08-29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9B534-284D-4412-B443-B72A3245F7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8439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85EAEB-0B0B-454C-923F-AE8FBC8EABCC}" type="datetimeFigureOut">
              <a:rPr lang="ko-KR" altLang="en-US" smtClean="0"/>
              <a:t>2026-08-29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9B534-284D-4412-B443-B72A3245F7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1784835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896D0EA-16BA-40C8-7B52-EE58FE0B05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BDE3DAFA-8B3D-BB07-3C3A-2246FBB569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FCD6E83-ABB3-9CD2-9655-05A2611843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5E05BA-16D2-422B-8E90-7628DA81E302}" type="datetimeFigureOut">
              <a:rPr lang="ko-KR" altLang="en-US" smtClean="0"/>
              <a:t>2026-08-29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8E3701F-59F9-3727-9CED-4A2C3EA784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5EE82A4-F018-9C49-3902-B0217BC500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7E48E5-8986-44CA-BE17-DD52CF94B6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7828488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6DA3525-AF4D-444E-EB68-0ADB555F3D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A699487-26DC-B13C-A979-AAF8DAF113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24667A6-5F78-28AA-DAB2-6185F0D2D6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5E05BA-16D2-422B-8E90-7628DA81E302}" type="datetimeFigureOut">
              <a:rPr lang="ko-KR" altLang="en-US" smtClean="0"/>
              <a:t>2026-08-29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9B36744-D084-2566-3304-7BB697B6B6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3B0D5F8-E70F-B788-B29B-6D53F3B25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7E48E5-8986-44CA-BE17-DD52CF94B6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9917404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338D703-218F-8AB5-0B80-5AAFBC58C7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C4000BF-7DBB-D559-CE51-F3B7FE6EF8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97C4E40-CD63-F608-4D98-944A188306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5E05BA-16D2-422B-8E90-7628DA81E302}" type="datetimeFigureOut">
              <a:rPr lang="ko-KR" altLang="en-US" smtClean="0"/>
              <a:t>2026-08-29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60F0789-D749-6B0A-6CF5-D236693DAA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42629A1-D9F7-6181-E691-50A200DC16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7E48E5-8986-44CA-BE17-DD52CF94B6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160980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6883488-4DF9-1F94-5D5A-A205E7908E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0AB1FCE-998E-5849-96DB-322AE2627E1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F20C7C9-10EA-91B2-49C4-05708BC08D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5B49637-C8EE-0EFC-BC83-5EF13AC429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5E05BA-16D2-422B-8E90-7628DA81E302}" type="datetimeFigureOut">
              <a:rPr lang="ko-KR" altLang="en-US" smtClean="0"/>
              <a:t>2026-08-29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F7E175A-5F40-DAE9-CD3F-B718B65BF5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6E642E8-1FB0-BFD4-1EB5-91D85F336F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7E48E5-8986-44CA-BE17-DD52CF94B6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635628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326ACB8-C08E-D89B-B837-B8F24D3F6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348A292-FA0D-7DA6-296F-6D3CFDEAF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BA75AD6-BBB8-CD44-6DBD-22348BB096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78D1D09-C2CB-D50A-E8FC-DFC43470223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4E4744F-77FB-5B7C-A0E9-750DDDC691B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9F580DC5-3456-C957-6F62-318B06257B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5E05BA-16D2-422B-8E90-7628DA81E302}" type="datetimeFigureOut">
              <a:rPr lang="ko-KR" altLang="en-US" smtClean="0"/>
              <a:t>2026-08-29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A6F3DD67-A07B-9245-3118-C44B418B22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0E3BEE8E-9B46-7E6F-3D3D-3EE8C2D4EB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7E48E5-8986-44CA-BE17-DD52CF94B6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5934457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A047B1C-E91F-A931-46CF-258DC838DE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80D67348-0E9F-2D71-B1A5-3406931AFC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5E05BA-16D2-422B-8E90-7628DA81E302}" type="datetimeFigureOut">
              <a:rPr lang="ko-KR" altLang="en-US" smtClean="0"/>
              <a:t>2026-08-29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5E44C1A-AD17-220A-FFB6-469D1FBE63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9A0CD73-1558-6B7B-616C-ECA68C5C15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7E48E5-8986-44CA-BE17-DD52CF94B6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762280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D0CE29DA-FF00-FDA0-5EB4-31C29037C6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5E05BA-16D2-422B-8E90-7628DA81E302}" type="datetimeFigureOut">
              <a:rPr lang="ko-KR" altLang="en-US" smtClean="0"/>
              <a:t>2026-08-29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F15BCAA3-5E29-46DA-F2C0-81D894AE72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6CC6081-11DF-924C-0776-171AF8D66C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7E48E5-8986-44CA-BE17-DD52CF94B6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92510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C53F47E-CEB8-1985-1EC5-B53DDBCE0F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B9B4DE3-0FFC-D109-5980-E994924024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38E6B27-9C92-039F-8BCC-005E333FFB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8C05D9D-AF71-1AE8-095E-D480742329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5E05BA-16D2-422B-8E90-7628DA81E302}" type="datetimeFigureOut">
              <a:rPr lang="ko-KR" altLang="en-US" smtClean="0"/>
              <a:t>2026-08-29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A024885-6CEC-B0D3-2800-81A8EB7915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4519516-CBFF-D22F-E191-B2D93BFBEE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7E48E5-8986-44CA-BE17-DD52CF94B6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934287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88FA292-B93A-69EB-29A8-54FCEB4542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9C84C6A5-269E-291B-8C92-E65EC42B584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FF5A823-7878-5E3E-8EFB-0EDFD72933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95C69B4-95B5-9BA2-F152-B8ECEA3B09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5E05BA-16D2-422B-8E90-7628DA81E302}" type="datetimeFigureOut">
              <a:rPr lang="ko-KR" altLang="en-US" smtClean="0"/>
              <a:t>2026-08-29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333145D-CE59-F4C9-0728-7BF070FA1C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0ACEA1F-C46D-79E7-59EF-E7DD15195B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7E48E5-8986-44CA-BE17-DD52CF94B6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518844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A420DEF-9609-AC9F-098F-ECF8B67D77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E5CC3C1-91E4-A89C-E06D-DF0308C8B7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14FD182-2A11-8E4F-1E78-D04DBA8326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5E05BA-16D2-422B-8E90-7628DA81E302}" type="datetimeFigureOut">
              <a:rPr lang="ko-KR" altLang="en-US" smtClean="0"/>
              <a:t>2026-08-29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EC4797E-98A0-5A88-0346-18C709776D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2756031-863E-5C50-3AF2-86B5ED11A9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7E48E5-8986-44CA-BE17-DD52CF94B6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7435638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79A6B57D-2F7D-CEF8-AEFA-0FAA53CF3D2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4592593-E398-302E-C5C2-F23CDA5F3B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6AD3043-0EB0-D852-87D3-718DFFCEA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5E05BA-16D2-422B-8E90-7628DA81E302}" type="datetimeFigureOut">
              <a:rPr lang="ko-KR" altLang="en-US" smtClean="0"/>
              <a:t>2026-08-29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48A2179-908C-1B77-7EBB-F9CE479CD0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C065D1B-F05C-7A92-B71C-0E2370E80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7E48E5-8986-44CA-BE17-DD52CF94B6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622713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85EAEB-0B0B-454C-923F-AE8FBC8EABCC}" type="datetimeFigureOut">
              <a:rPr lang="ko-KR" altLang="en-US" smtClean="0"/>
              <a:t>2026-08-29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9B534-284D-4412-B443-B72A3245F7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8615333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85EAEB-0B0B-454C-923F-AE8FBC8EABCC}" type="datetimeFigureOut">
              <a:rPr lang="ko-KR" altLang="en-US" smtClean="0"/>
              <a:t>2026-08-29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9B534-284D-4412-B443-B72A3245F7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8814829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85EAEB-0B0B-454C-923F-AE8FBC8EABCC}" type="datetimeFigureOut">
              <a:rPr lang="ko-KR" altLang="en-US" smtClean="0"/>
              <a:t>2026-08-29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9B534-284D-4412-B443-B72A3245F7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8362353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85EAEB-0B0B-454C-923F-AE8FBC8EABCC}" type="datetimeFigureOut">
              <a:rPr lang="ko-KR" altLang="en-US" smtClean="0"/>
              <a:t>2026-08-29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9B534-284D-4412-B443-B72A3245F7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200194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85EAEB-0B0B-454C-923F-AE8FBC8EABCC}" type="datetimeFigureOut">
              <a:rPr lang="ko-KR" altLang="en-US" smtClean="0"/>
              <a:t>2026-08-29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9B534-284D-4412-B443-B72A3245F7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182078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85EAEB-0B0B-454C-923F-AE8FBC8EABCC}" type="datetimeFigureOut">
              <a:rPr lang="ko-KR" altLang="en-US" smtClean="0"/>
              <a:t>2026-08-29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9B534-284D-4412-B443-B72A3245F7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075552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85EAEB-0B0B-454C-923F-AE8FBC8EABCC}" type="datetimeFigureOut">
              <a:rPr lang="ko-KR" altLang="en-US" smtClean="0"/>
              <a:t>2026-08-29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9B534-284D-4412-B443-B72A3245F7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6635522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85EAEB-0B0B-454C-923F-AE8FBC8EABCC}" type="datetimeFigureOut">
              <a:rPr lang="ko-KR" altLang="en-US" smtClean="0"/>
              <a:t>2026-08-29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9B534-284D-4412-B443-B72A3245F7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6175080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85EAEB-0B0B-454C-923F-AE8FBC8EABCC}" type="datetimeFigureOut">
              <a:rPr lang="ko-KR" altLang="en-US" smtClean="0"/>
              <a:t>2026-08-29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9B534-284D-4412-B443-B72A3245F7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702412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85EAEB-0B0B-454C-923F-AE8FBC8EABCC}" type="datetimeFigureOut">
              <a:rPr lang="ko-KR" altLang="en-US" smtClean="0"/>
              <a:t>2026-08-29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9B534-284D-4412-B443-B72A3245F7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998220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85EAEB-0B0B-454C-923F-AE8FBC8EABCC}" type="datetimeFigureOut">
              <a:rPr lang="ko-KR" altLang="en-US" smtClean="0"/>
              <a:t>2026-08-29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9B534-284D-4412-B443-B72A3245F7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3593972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2292754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4" name="Shape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  <a:prstGeom prst="rect">
            <a:avLst/>
          </a:prstGeom>
        </p:spPr>
        <p:txBody>
          <a:bodyPr/>
          <a:lstStyle>
            <a:lvl1pPr>
              <a:defRPr lang="ko-KR" altLang="en-US" smtClean="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2055" name="Shape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ko-KR" altLang="en-US" smtClean="0">
                <a:solidFill>
                  <a:schemeClr val="tx1">
                    <a:tint val="75000"/>
                  </a:schemeClr>
                </a:solidFill>
              </a:defRPr>
            </a:lvl1pPr>
            <a:lvl2pPr marL="457189" lvl="1" indent="0" algn="ctr">
              <a:buNone/>
              <a:defRPr lang="ko-KR" altLang="en-US" smtClean="0">
                <a:solidFill>
                  <a:schemeClr val="tx1">
                    <a:tint val="75000"/>
                  </a:schemeClr>
                </a:solidFill>
              </a:defRPr>
            </a:lvl2pPr>
            <a:lvl3pPr marL="914377" lvl="2" indent="0" algn="ctr">
              <a:buNone/>
              <a:defRPr lang="ko-KR" altLang="en-US" smtClean="0">
                <a:solidFill>
                  <a:schemeClr val="tx1">
                    <a:tint val="75000"/>
                  </a:schemeClr>
                </a:solidFill>
              </a:defRPr>
            </a:lvl3pPr>
            <a:lvl4pPr marL="1371566" lvl="3" indent="0" algn="ctr">
              <a:buNone/>
              <a:defRPr lang="ko-KR" altLang="en-US" smtClean="0">
                <a:solidFill>
                  <a:schemeClr val="tx1">
                    <a:tint val="75000"/>
                  </a:schemeClr>
                </a:solidFill>
              </a:defRPr>
            </a:lvl4pPr>
            <a:lvl5pPr marL="1828754" lvl="4" indent="0" algn="ctr">
              <a:buNone/>
              <a:defRPr lang="ko-KR" altLang="en-US" smtClean="0">
                <a:solidFill>
                  <a:schemeClr val="tx1">
                    <a:tint val="75000"/>
                  </a:schemeClr>
                </a:solidFill>
              </a:defRPr>
            </a:lvl5pPr>
            <a:lvl6pPr marL="2285943" lvl="5" indent="0" algn="ctr">
              <a:buNone/>
              <a:defRPr lang="ko-KR" altLang="en-US" smtClean="0">
                <a:solidFill>
                  <a:schemeClr val="tx1">
                    <a:tint val="75000"/>
                  </a:schemeClr>
                </a:solidFill>
              </a:defRPr>
            </a:lvl6pPr>
            <a:lvl7pPr marL="2743131" lvl="6" indent="0" algn="ctr">
              <a:buNone/>
              <a:defRPr lang="ko-KR" altLang="en-US" smtClean="0">
                <a:solidFill>
                  <a:schemeClr val="tx1">
                    <a:tint val="75000"/>
                  </a:schemeClr>
                </a:solidFill>
              </a:defRPr>
            </a:lvl7pPr>
            <a:lvl8pPr marL="3200320" lvl="7" indent="0" algn="ctr">
              <a:buNone/>
              <a:defRPr lang="ko-KR" altLang="en-US" smtClean="0">
                <a:solidFill>
                  <a:schemeClr val="tx1">
                    <a:tint val="75000"/>
                  </a:schemeClr>
                </a:solidFill>
              </a:defRPr>
            </a:lvl8pPr>
            <a:lvl9pPr marL="3657509" lvl="8" indent="0" algn="ctr">
              <a:buNone/>
              <a:defRPr lang="ko-KR" altLang="en-US" smtClean="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2056" name="Shape"/>
          <p:cNvSpPr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/>
          <a:lstStyle>
            <a:lvl1pPr>
              <a:defRPr lang="ko-KR" altLang="en-US" smtClean="0"/>
            </a:lvl1pPr>
            <a:lvl2pPr lvl="1">
              <a:defRPr lang="ko-KR" altLang="en-US" smtClean="0"/>
            </a:lvl2pPr>
            <a:lvl3pPr lvl="2">
              <a:defRPr lang="ko-KR" altLang="en-US" smtClean="0"/>
            </a:lvl3pPr>
            <a:lvl4pPr lvl="3">
              <a:defRPr lang="ko-KR" altLang="en-US" smtClean="0"/>
            </a:lvl4pPr>
            <a:lvl5pPr lvl="4">
              <a:defRPr lang="ko-KR" altLang="en-US" smtClean="0"/>
            </a:lvl5pPr>
            <a:lvl6pPr lvl="5">
              <a:defRPr lang="ko-KR" altLang="en-US" smtClean="0"/>
            </a:lvl6pPr>
            <a:lvl7pPr lvl="6">
              <a:defRPr lang="ko-KR" altLang="en-US" smtClean="0"/>
            </a:lvl7pPr>
            <a:lvl8pPr lvl="7">
              <a:defRPr lang="ko-KR" altLang="en-US" smtClean="0"/>
            </a:lvl8pPr>
            <a:lvl9pPr lvl="8">
              <a:defRPr lang="ko-KR" altLang="en-US" smtClean="0"/>
            </a:lvl9pPr>
          </a:lstStyle>
          <a:p>
            <a:fld id="{AF3CDD39-47E3-6C8D-49DF-F0CD5C35029B}" type="datetimeFigureOut">
              <a:rPr lang="ko-KR" altLang="en-US" smtClean="0"/>
              <a:t>2026-08-29</a:t>
            </a:fld>
            <a:endParaRPr lang="ko-KR" altLang="en-US"/>
          </a:p>
        </p:txBody>
      </p:sp>
      <p:sp>
        <p:nvSpPr>
          <p:cNvPr id="2057" name="Shape"/>
          <p:cNvSpPr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/>
          <a:lstStyle>
            <a:lvl1pPr>
              <a:defRPr lang="ko-KR" altLang="en-US" smtClean="0"/>
            </a:lvl1pPr>
            <a:lvl2pPr lvl="1">
              <a:defRPr lang="ko-KR" altLang="en-US" smtClean="0"/>
            </a:lvl2pPr>
            <a:lvl3pPr lvl="2">
              <a:defRPr lang="ko-KR" altLang="en-US" smtClean="0"/>
            </a:lvl3pPr>
            <a:lvl4pPr lvl="3">
              <a:defRPr lang="ko-KR" altLang="en-US" smtClean="0"/>
            </a:lvl4pPr>
            <a:lvl5pPr lvl="4">
              <a:defRPr lang="ko-KR" altLang="en-US" smtClean="0"/>
            </a:lvl5pPr>
            <a:lvl6pPr lvl="5">
              <a:defRPr lang="ko-KR" altLang="en-US" smtClean="0"/>
            </a:lvl6pPr>
            <a:lvl7pPr lvl="6">
              <a:defRPr lang="ko-KR" altLang="en-US" smtClean="0"/>
            </a:lvl7pPr>
            <a:lvl8pPr lvl="7">
              <a:defRPr lang="ko-KR" altLang="en-US" smtClean="0"/>
            </a:lvl8pPr>
            <a:lvl9pPr lvl="8">
              <a:defRPr lang="ko-KR" altLang="en-US" smtClean="0"/>
            </a:lvl9pPr>
          </a:lstStyle>
          <a:p>
            <a:endParaRPr lang="ko-KR" altLang="en-US"/>
          </a:p>
        </p:txBody>
      </p:sp>
      <p:sp>
        <p:nvSpPr>
          <p:cNvPr id="2058" name="Shape"/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>
            <a:lvl1pPr>
              <a:defRPr lang="ko-KR" altLang="en-US" smtClean="0"/>
            </a:lvl1pPr>
            <a:lvl2pPr lvl="1">
              <a:defRPr lang="ko-KR" altLang="en-US" smtClean="0"/>
            </a:lvl2pPr>
            <a:lvl3pPr lvl="2">
              <a:defRPr lang="ko-KR" altLang="en-US" smtClean="0"/>
            </a:lvl3pPr>
            <a:lvl4pPr lvl="3">
              <a:defRPr lang="ko-KR" altLang="en-US" smtClean="0"/>
            </a:lvl4pPr>
            <a:lvl5pPr lvl="4">
              <a:defRPr lang="ko-KR" altLang="en-US" smtClean="0"/>
            </a:lvl5pPr>
            <a:lvl6pPr lvl="5">
              <a:defRPr lang="ko-KR" altLang="en-US" smtClean="0"/>
            </a:lvl6pPr>
            <a:lvl7pPr lvl="6">
              <a:defRPr lang="ko-KR" altLang="en-US" smtClean="0"/>
            </a:lvl7pPr>
            <a:lvl8pPr lvl="7">
              <a:defRPr lang="ko-KR" altLang="en-US" smtClean="0"/>
            </a:lvl8pPr>
            <a:lvl9pPr lvl="8">
              <a:defRPr lang="ko-KR" altLang="en-US" smtClean="0"/>
            </a:lvl9pPr>
          </a:lstStyle>
          <a:p>
            <a:fld id="{93022FF2-32F6-A5E4-EA49-8594AF8FD08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283366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8" name="Shape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lang="ko-KR" altLang="en-US" smtClean="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079" name="Shape"/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lstStyle>
            <a:lvl1pPr>
              <a:defRPr lang="ko-KR" altLang="en-US" smtClean="0"/>
            </a:lvl1pPr>
            <a:lvl2pPr lvl="1">
              <a:defRPr lang="ko-KR" altLang="en-US" smtClean="0"/>
            </a:lvl2pPr>
            <a:lvl3pPr lvl="2">
              <a:defRPr lang="ko-KR" altLang="en-US" smtClean="0"/>
            </a:lvl3pPr>
            <a:lvl4pPr lvl="3">
              <a:defRPr lang="ko-KR" altLang="en-US" smtClean="0"/>
            </a:lvl4pPr>
            <a:lvl5pPr lvl="4">
              <a:defRPr lang="ko-KR" altLang="en-US" smtClean="0"/>
            </a:lvl5pPr>
            <a:lvl6pPr lvl="5">
              <a:defRPr lang="ko-KR" altLang="en-US" smtClean="0"/>
            </a:lvl6pPr>
            <a:lvl7pPr lvl="6">
              <a:defRPr lang="ko-KR" altLang="en-US" smtClean="0"/>
            </a:lvl7pPr>
            <a:lvl8pPr lvl="7">
              <a:defRPr lang="ko-KR" altLang="en-US" smtClean="0"/>
            </a:lvl8pPr>
            <a:lvl9pPr lvl="8">
              <a:defRPr lang="ko-KR" altLang="en-US" smtClean="0"/>
            </a:lvl9pPr>
          </a:lstStyle>
          <a:p>
            <a:r>
              <a:rPr lang="ko-KR" altLang="en-US"/>
              <a:t>마스터 텍스트 스타일을 편집하십시오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3080" name="Shape"/>
          <p:cNvSpPr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/>
          <a:lstStyle>
            <a:lvl1pPr>
              <a:defRPr lang="ko-KR" altLang="en-US" smtClean="0"/>
            </a:lvl1pPr>
            <a:lvl2pPr lvl="1">
              <a:defRPr lang="ko-KR" altLang="en-US" smtClean="0"/>
            </a:lvl2pPr>
            <a:lvl3pPr lvl="2">
              <a:defRPr lang="ko-KR" altLang="en-US" smtClean="0"/>
            </a:lvl3pPr>
            <a:lvl4pPr lvl="3">
              <a:defRPr lang="ko-KR" altLang="en-US" smtClean="0"/>
            </a:lvl4pPr>
            <a:lvl5pPr lvl="4">
              <a:defRPr lang="ko-KR" altLang="en-US" smtClean="0"/>
            </a:lvl5pPr>
            <a:lvl6pPr lvl="5">
              <a:defRPr lang="ko-KR" altLang="en-US" smtClean="0"/>
            </a:lvl6pPr>
            <a:lvl7pPr lvl="6">
              <a:defRPr lang="ko-KR" altLang="en-US" smtClean="0"/>
            </a:lvl7pPr>
            <a:lvl8pPr lvl="7">
              <a:defRPr lang="ko-KR" altLang="en-US" smtClean="0"/>
            </a:lvl8pPr>
            <a:lvl9pPr lvl="8">
              <a:defRPr lang="ko-KR" altLang="en-US" smtClean="0"/>
            </a:lvl9pPr>
          </a:lstStyle>
          <a:p>
            <a:fld id="{1F2F0597-42CC-2808-E4A1-C87BDAE4448F}" type="datetimeFigureOut">
              <a:rPr lang="ko-KR" altLang="en-US" smtClean="0"/>
              <a:t>2026-08-29</a:t>
            </a:fld>
            <a:endParaRPr lang="ko-KR" altLang="en-US"/>
          </a:p>
        </p:txBody>
      </p:sp>
      <p:sp>
        <p:nvSpPr>
          <p:cNvPr id="3081" name="Shape"/>
          <p:cNvSpPr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/>
          <a:lstStyle>
            <a:lvl1pPr>
              <a:defRPr lang="ko-KR" altLang="en-US" smtClean="0"/>
            </a:lvl1pPr>
            <a:lvl2pPr lvl="1">
              <a:defRPr lang="ko-KR" altLang="en-US" smtClean="0"/>
            </a:lvl2pPr>
            <a:lvl3pPr lvl="2">
              <a:defRPr lang="ko-KR" altLang="en-US" smtClean="0"/>
            </a:lvl3pPr>
            <a:lvl4pPr lvl="3">
              <a:defRPr lang="ko-KR" altLang="en-US" smtClean="0"/>
            </a:lvl4pPr>
            <a:lvl5pPr lvl="4">
              <a:defRPr lang="ko-KR" altLang="en-US" smtClean="0"/>
            </a:lvl5pPr>
            <a:lvl6pPr lvl="5">
              <a:defRPr lang="ko-KR" altLang="en-US" smtClean="0"/>
            </a:lvl6pPr>
            <a:lvl7pPr lvl="6">
              <a:defRPr lang="ko-KR" altLang="en-US" smtClean="0"/>
            </a:lvl7pPr>
            <a:lvl8pPr lvl="7">
              <a:defRPr lang="ko-KR" altLang="en-US" smtClean="0"/>
            </a:lvl8pPr>
            <a:lvl9pPr lvl="8">
              <a:defRPr lang="ko-KR" altLang="en-US" smtClean="0"/>
            </a:lvl9pPr>
          </a:lstStyle>
          <a:p>
            <a:endParaRPr lang="ko-KR" altLang="en-US"/>
          </a:p>
        </p:txBody>
      </p:sp>
      <p:sp>
        <p:nvSpPr>
          <p:cNvPr id="3082" name="Shape"/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>
            <a:lvl1pPr>
              <a:defRPr lang="ko-KR" altLang="en-US" smtClean="0"/>
            </a:lvl1pPr>
            <a:lvl2pPr lvl="1">
              <a:defRPr lang="ko-KR" altLang="en-US" smtClean="0"/>
            </a:lvl2pPr>
            <a:lvl3pPr lvl="2">
              <a:defRPr lang="ko-KR" altLang="en-US" smtClean="0"/>
            </a:lvl3pPr>
            <a:lvl4pPr lvl="3">
              <a:defRPr lang="ko-KR" altLang="en-US" smtClean="0"/>
            </a:lvl4pPr>
            <a:lvl5pPr lvl="4">
              <a:defRPr lang="ko-KR" altLang="en-US" smtClean="0"/>
            </a:lvl5pPr>
            <a:lvl6pPr lvl="5">
              <a:defRPr lang="ko-KR" altLang="en-US" smtClean="0"/>
            </a:lvl6pPr>
            <a:lvl7pPr lvl="6">
              <a:defRPr lang="ko-KR" altLang="en-US" smtClean="0"/>
            </a:lvl7pPr>
            <a:lvl8pPr lvl="7">
              <a:defRPr lang="ko-KR" altLang="en-US" smtClean="0"/>
            </a:lvl8pPr>
            <a:lvl9pPr lvl="8">
              <a:defRPr lang="ko-KR" altLang="en-US" smtClean="0"/>
            </a:lvl9pPr>
          </a:lstStyle>
          <a:p>
            <a:fld id="{D35609C1-EA5B-D60D-7CE1-D95F1C5A696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7717579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2" name="Shape"/>
          <p:cNvSpPr>
            <a:spLocks noGrp="1"/>
          </p:cNvSpPr>
          <p:nvPr>
            <p:ph type="title"/>
          </p:nvPr>
        </p:nvSpPr>
        <p:spPr>
          <a:xfrm>
            <a:off x="962662" y="4406901"/>
            <a:ext cx="10364047" cy="1362075"/>
          </a:xfrm>
          <a:prstGeom prst="rect">
            <a:avLst/>
          </a:prstGeom>
        </p:spPr>
        <p:txBody>
          <a:bodyPr anchor="t"/>
          <a:lstStyle>
            <a:lvl1pPr algn="l">
              <a:defRPr lang="ko-KR" altLang="en-US" sz="4000" b="1" smtClean="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4103" name="Shape"/>
          <p:cNvSpPr>
            <a:spLocks noGrp="1"/>
          </p:cNvSpPr>
          <p:nvPr>
            <p:ph type="body" idx="1"/>
          </p:nvPr>
        </p:nvSpPr>
        <p:spPr>
          <a:xfrm>
            <a:off x="962662" y="2906395"/>
            <a:ext cx="10364047" cy="150114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ko-KR" altLang="en-US" sz="2000" smtClean="0">
                <a:solidFill>
                  <a:schemeClr val="tx1">
                    <a:tint val="75000"/>
                  </a:schemeClr>
                </a:solidFill>
              </a:defRPr>
            </a:lvl1pPr>
            <a:lvl2pPr marL="457189" lvl="1" indent="0">
              <a:buNone/>
              <a:defRPr lang="ko-KR" altLang="en-US" sz="1800" smtClean="0">
                <a:solidFill>
                  <a:schemeClr val="tx1">
                    <a:tint val="75000"/>
                  </a:schemeClr>
                </a:solidFill>
              </a:defRPr>
            </a:lvl2pPr>
            <a:lvl3pPr marL="914377" lvl="2" indent="0">
              <a:buNone/>
              <a:defRPr lang="ko-KR" altLang="en-US" sz="1600" smtClean="0">
                <a:solidFill>
                  <a:schemeClr val="tx1">
                    <a:tint val="75000"/>
                  </a:schemeClr>
                </a:solidFill>
              </a:defRPr>
            </a:lvl3pPr>
            <a:lvl4pPr marL="1371566" lvl="3" indent="0">
              <a:buNone/>
              <a:defRPr lang="ko-KR" altLang="en-US" sz="1400" smtClean="0">
                <a:solidFill>
                  <a:schemeClr val="tx1">
                    <a:tint val="75000"/>
                  </a:schemeClr>
                </a:solidFill>
              </a:defRPr>
            </a:lvl4pPr>
            <a:lvl5pPr marL="1828754" lvl="4" indent="0">
              <a:buNone/>
              <a:defRPr lang="ko-KR" altLang="en-US" sz="1400" smtClean="0">
                <a:solidFill>
                  <a:schemeClr val="tx1">
                    <a:tint val="75000"/>
                  </a:schemeClr>
                </a:solidFill>
              </a:defRPr>
            </a:lvl5pPr>
            <a:lvl6pPr marL="2285943" lvl="5" indent="0">
              <a:buNone/>
              <a:defRPr lang="ko-KR" altLang="en-US" sz="1400" smtClean="0">
                <a:solidFill>
                  <a:schemeClr val="tx1">
                    <a:tint val="75000"/>
                  </a:schemeClr>
                </a:solidFill>
              </a:defRPr>
            </a:lvl6pPr>
            <a:lvl7pPr marL="2743131" lvl="6" indent="0">
              <a:buNone/>
              <a:defRPr lang="ko-KR" altLang="en-US" sz="1400" smtClean="0">
                <a:solidFill>
                  <a:schemeClr val="tx1">
                    <a:tint val="75000"/>
                  </a:schemeClr>
                </a:solidFill>
              </a:defRPr>
            </a:lvl7pPr>
            <a:lvl8pPr marL="3200320" lvl="7" indent="0">
              <a:buNone/>
              <a:defRPr lang="ko-KR" altLang="en-US" sz="1400" smtClean="0">
                <a:solidFill>
                  <a:schemeClr val="tx1">
                    <a:tint val="75000"/>
                  </a:schemeClr>
                </a:solidFill>
              </a:defRPr>
            </a:lvl8pPr>
            <a:lvl9pPr marL="3657509" lvl="8" indent="0">
              <a:buNone/>
              <a:defRPr lang="ko-KR" altLang="en-US" sz="1400" smtClean="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텍스트 스타일을 편집하십시오</a:t>
            </a:r>
          </a:p>
        </p:txBody>
      </p:sp>
      <p:sp>
        <p:nvSpPr>
          <p:cNvPr id="4104" name="Shape"/>
          <p:cNvSpPr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/>
          <a:lstStyle>
            <a:lvl1pPr>
              <a:defRPr lang="ko-KR" altLang="en-US" smtClean="0"/>
            </a:lvl1pPr>
            <a:lvl2pPr lvl="1">
              <a:defRPr lang="ko-KR" altLang="en-US" smtClean="0"/>
            </a:lvl2pPr>
            <a:lvl3pPr lvl="2">
              <a:defRPr lang="ko-KR" altLang="en-US" smtClean="0"/>
            </a:lvl3pPr>
            <a:lvl4pPr lvl="3">
              <a:defRPr lang="ko-KR" altLang="en-US" smtClean="0"/>
            </a:lvl4pPr>
            <a:lvl5pPr lvl="4">
              <a:defRPr lang="ko-KR" altLang="en-US" smtClean="0"/>
            </a:lvl5pPr>
            <a:lvl6pPr lvl="5">
              <a:defRPr lang="ko-KR" altLang="en-US" smtClean="0"/>
            </a:lvl6pPr>
            <a:lvl7pPr lvl="6">
              <a:defRPr lang="ko-KR" altLang="en-US" smtClean="0"/>
            </a:lvl7pPr>
            <a:lvl8pPr lvl="7">
              <a:defRPr lang="ko-KR" altLang="en-US" smtClean="0"/>
            </a:lvl8pPr>
            <a:lvl9pPr lvl="8">
              <a:defRPr lang="ko-KR" altLang="en-US" smtClean="0"/>
            </a:lvl9pPr>
          </a:lstStyle>
          <a:p>
            <a:fld id="{AEE53996-D5AB-128E-1C3E-4BB7D2873982}" type="datetimeFigureOut">
              <a:rPr lang="ko-KR" altLang="en-US" smtClean="0"/>
              <a:t>2026-08-29</a:t>
            </a:fld>
            <a:endParaRPr lang="ko-KR" altLang="en-US"/>
          </a:p>
        </p:txBody>
      </p:sp>
      <p:sp>
        <p:nvSpPr>
          <p:cNvPr id="4105" name="Shape"/>
          <p:cNvSpPr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/>
          <a:lstStyle>
            <a:lvl1pPr>
              <a:defRPr lang="ko-KR" altLang="en-US" smtClean="0"/>
            </a:lvl1pPr>
            <a:lvl2pPr lvl="1">
              <a:defRPr lang="ko-KR" altLang="en-US" smtClean="0"/>
            </a:lvl2pPr>
            <a:lvl3pPr lvl="2">
              <a:defRPr lang="ko-KR" altLang="en-US" smtClean="0"/>
            </a:lvl3pPr>
            <a:lvl4pPr lvl="3">
              <a:defRPr lang="ko-KR" altLang="en-US" smtClean="0"/>
            </a:lvl4pPr>
            <a:lvl5pPr lvl="4">
              <a:defRPr lang="ko-KR" altLang="en-US" smtClean="0"/>
            </a:lvl5pPr>
            <a:lvl6pPr lvl="5">
              <a:defRPr lang="ko-KR" altLang="en-US" smtClean="0"/>
            </a:lvl6pPr>
            <a:lvl7pPr lvl="6">
              <a:defRPr lang="ko-KR" altLang="en-US" smtClean="0"/>
            </a:lvl7pPr>
            <a:lvl8pPr lvl="7">
              <a:defRPr lang="ko-KR" altLang="en-US" smtClean="0"/>
            </a:lvl8pPr>
            <a:lvl9pPr lvl="8">
              <a:defRPr lang="ko-KR" altLang="en-US" smtClean="0"/>
            </a:lvl9pPr>
          </a:lstStyle>
          <a:p>
            <a:endParaRPr lang="ko-KR" altLang="en-US"/>
          </a:p>
        </p:txBody>
      </p:sp>
      <p:sp>
        <p:nvSpPr>
          <p:cNvPr id="4106" name="Shape"/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>
            <a:lvl1pPr>
              <a:defRPr lang="ko-KR" altLang="en-US" smtClean="0"/>
            </a:lvl1pPr>
            <a:lvl2pPr lvl="1">
              <a:defRPr lang="ko-KR" altLang="en-US" smtClean="0"/>
            </a:lvl2pPr>
            <a:lvl3pPr lvl="2">
              <a:defRPr lang="ko-KR" altLang="en-US" smtClean="0"/>
            </a:lvl3pPr>
            <a:lvl4pPr lvl="3">
              <a:defRPr lang="ko-KR" altLang="en-US" smtClean="0"/>
            </a:lvl4pPr>
            <a:lvl5pPr lvl="4">
              <a:defRPr lang="ko-KR" altLang="en-US" smtClean="0"/>
            </a:lvl5pPr>
            <a:lvl6pPr lvl="5">
              <a:defRPr lang="ko-KR" altLang="en-US" smtClean="0"/>
            </a:lvl6pPr>
            <a:lvl7pPr lvl="6">
              <a:defRPr lang="ko-KR" altLang="en-US" smtClean="0"/>
            </a:lvl7pPr>
            <a:lvl8pPr lvl="7">
              <a:defRPr lang="ko-KR" altLang="en-US" smtClean="0"/>
            </a:lvl8pPr>
            <a:lvl9pPr lvl="8">
              <a:defRPr lang="ko-KR" altLang="en-US" smtClean="0"/>
            </a:lvl9pPr>
          </a:lstStyle>
          <a:p>
            <a:fld id="{E124316D-C563-7829-AD0F-9C829F38FD9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252017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6" name="Shape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lang="ko-KR" altLang="en-US" smtClean="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5127" name="Shape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6280"/>
          </a:xfrm>
          <a:prstGeom prst="rect">
            <a:avLst/>
          </a:prstGeom>
        </p:spPr>
        <p:txBody>
          <a:bodyPr/>
          <a:lstStyle>
            <a:lvl1pPr>
              <a:defRPr lang="ko-KR" altLang="en-US" sz="2800" smtClean="0"/>
            </a:lvl1pPr>
            <a:lvl2pPr lvl="1">
              <a:defRPr lang="ko-KR" altLang="en-US" sz="2400" smtClean="0"/>
            </a:lvl2pPr>
            <a:lvl3pPr lvl="2">
              <a:defRPr lang="ko-KR" altLang="en-US" sz="2000" smtClean="0"/>
            </a:lvl3pPr>
            <a:lvl4pPr lvl="3">
              <a:defRPr lang="ko-KR" altLang="en-US" sz="1800" smtClean="0"/>
            </a:lvl4pPr>
            <a:lvl5pPr lvl="4">
              <a:defRPr lang="ko-KR" altLang="en-US" sz="1800" smtClean="0"/>
            </a:lvl5pPr>
            <a:lvl6pPr lvl="5">
              <a:defRPr lang="ko-KR" altLang="en-US" sz="1800" smtClean="0"/>
            </a:lvl6pPr>
            <a:lvl7pPr lvl="6">
              <a:defRPr lang="ko-KR" altLang="en-US" sz="1800" smtClean="0"/>
            </a:lvl7pPr>
            <a:lvl8pPr lvl="7">
              <a:defRPr lang="ko-KR" altLang="en-US" sz="1800" smtClean="0"/>
            </a:lvl8pPr>
            <a:lvl9pPr lvl="8">
              <a:defRPr lang="ko-KR" altLang="en-US" sz="1800" smtClean="0"/>
            </a:lvl9pPr>
          </a:lstStyle>
          <a:p>
            <a:r>
              <a:rPr lang="ko-KR" altLang="en-US"/>
              <a:t>마스터 텍스트 스타일을 편집하십시오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128" name="Shape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6280"/>
          </a:xfrm>
          <a:prstGeom prst="rect">
            <a:avLst/>
          </a:prstGeom>
        </p:spPr>
        <p:txBody>
          <a:bodyPr/>
          <a:lstStyle>
            <a:lvl1pPr>
              <a:defRPr lang="ko-KR" altLang="en-US" sz="2800" smtClean="0"/>
            </a:lvl1pPr>
            <a:lvl2pPr lvl="1">
              <a:defRPr lang="ko-KR" altLang="en-US" sz="2400" smtClean="0"/>
            </a:lvl2pPr>
            <a:lvl3pPr lvl="2">
              <a:defRPr lang="ko-KR" altLang="en-US" sz="2000" smtClean="0"/>
            </a:lvl3pPr>
            <a:lvl4pPr lvl="3">
              <a:defRPr lang="ko-KR" altLang="en-US" sz="1800" smtClean="0"/>
            </a:lvl4pPr>
            <a:lvl5pPr lvl="4">
              <a:defRPr lang="ko-KR" altLang="en-US" sz="1800" smtClean="0"/>
            </a:lvl5pPr>
            <a:lvl6pPr lvl="5">
              <a:defRPr lang="ko-KR" altLang="en-US" sz="1800" smtClean="0"/>
            </a:lvl6pPr>
            <a:lvl7pPr lvl="6">
              <a:defRPr lang="ko-KR" altLang="en-US" sz="1800" smtClean="0"/>
            </a:lvl7pPr>
            <a:lvl8pPr lvl="7">
              <a:defRPr lang="ko-KR" altLang="en-US" sz="1800" smtClean="0"/>
            </a:lvl8pPr>
            <a:lvl9pPr lvl="8">
              <a:defRPr lang="ko-KR" altLang="en-US" sz="1800" smtClean="0"/>
            </a:lvl9pPr>
          </a:lstStyle>
          <a:p>
            <a:r>
              <a:rPr lang="ko-KR" altLang="en-US"/>
              <a:t>마스터 텍스트 스타일을 편집하십시오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129" name="Shape"/>
          <p:cNvSpPr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/>
          <a:lstStyle>
            <a:lvl1pPr>
              <a:defRPr lang="ko-KR" altLang="en-US" smtClean="0"/>
            </a:lvl1pPr>
            <a:lvl2pPr lvl="1">
              <a:defRPr lang="ko-KR" altLang="en-US" smtClean="0"/>
            </a:lvl2pPr>
            <a:lvl3pPr lvl="2">
              <a:defRPr lang="ko-KR" altLang="en-US" smtClean="0"/>
            </a:lvl3pPr>
            <a:lvl4pPr lvl="3">
              <a:defRPr lang="ko-KR" altLang="en-US" smtClean="0"/>
            </a:lvl4pPr>
            <a:lvl5pPr lvl="4">
              <a:defRPr lang="ko-KR" altLang="en-US" smtClean="0"/>
            </a:lvl5pPr>
            <a:lvl6pPr lvl="5">
              <a:defRPr lang="ko-KR" altLang="en-US" smtClean="0"/>
            </a:lvl6pPr>
            <a:lvl7pPr lvl="6">
              <a:defRPr lang="ko-KR" altLang="en-US" smtClean="0"/>
            </a:lvl7pPr>
            <a:lvl8pPr lvl="7">
              <a:defRPr lang="ko-KR" altLang="en-US" smtClean="0"/>
            </a:lvl8pPr>
            <a:lvl9pPr lvl="8">
              <a:defRPr lang="ko-KR" altLang="en-US" smtClean="0"/>
            </a:lvl9pPr>
          </a:lstStyle>
          <a:p>
            <a:fld id="{0D4ACA63-F165-BA6E-3775-D2E7504812A0}" type="datetimeFigureOut">
              <a:rPr lang="ko-KR" altLang="en-US" smtClean="0"/>
              <a:t>2026-08-29</a:t>
            </a:fld>
            <a:endParaRPr lang="ko-KR" altLang="en-US"/>
          </a:p>
        </p:txBody>
      </p:sp>
      <p:sp>
        <p:nvSpPr>
          <p:cNvPr id="5130" name="Shape"/>
          <p:cNvSpPr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/>
          <a:lstStyle>
            <a:lvl1pPr>
              <a:defRPr lang="ko-KR" altLang="en-US" smtClean="0"/>
            </a:lvl1pPr>
            <a:lvl2pPr lvl="1">
              <a:defRPr lang="ko-KR" altLang="en-US" smtClean="0"/>
            </a:lvl2pPr>
            <a:lvl3pPr lvl="2">
              <a:defRPr lang="ko-KR" altLang="en-US" smtClean="0"/>
            </a:lvl3pPr>
            <a:lvl4pPr lvl="3">
              <a:defRPr lang="ko-KR" altLang="en-US" smtClean="0"/>
            </a:lvl4pPr>
            <a:lvl5pPr lvl="4">
              <a:defRPr lang="ko-KR" altLang="en-US" smtClean="0"/>
            </a:lvl5pPr>
            <a:lvl6pPr lvl="5">
              <a:defRPr lang="ko-KR" altLang="en-US" smtClean="0"/>
            </a:lvl6pPr>
            <a:lvl7pPr lvl="6">
              <a:defRPr lang="ko-KR" altLang="en-US" smtClean="0"/>
            </a:lvl7pPr>
            <a:lvl8pPr lvl="7">
              <a:defRPr lang="ko-KR" altLang="en-US" smtClean="0"/>
            </a:lvl8pPr>
            <a:lvl9pPr lvl="8">
              <a:defRPr lang="ko-KR" altLang="en-US" smtClean="0"/>
            </a:lvl9pPr>
          </a:lstStyle>
          <a:p>
            <a:endParaRPr lang="ko-KR" altLang="en-US"/>
          </a:p>
        </p:txBody>
      </p:sp>
      <p:sp>
        <p:nvSpPr>
          <p:cNvPr id="5131" name="Shape"/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>
            <a:lvl1pPr>
              <a:defRPr lang="ko-KR" altLang="en-US" smtClean="0"/>
            </a:lvl1pPr>
            <a:lvl2pPr lvl="1">
              <a:defRPr lang="ko-KR" altLang="en-US" smtClean="0"/>
            </a:lvl2pPr>
            <a:lvl3pPr lvl="2">
              <a:defRPr lang="ko-KR" altLang="en-US" smtClean="0"/>
            </a:lvl3pPr>
            <a:lvl4pPr lvl="3">
              <a:defRPr lang="ko-KR" altLang="en-US" smtClean="0"/>
            </a:lvl4pPr>
            <a:lvl5pPr lvl="4">
              <a:defRPr lang="ko-KR" altLang="en-US" smtClean="0"/>
            </a:lvl5pPr>
            <a:lvl6pPr lvl="5">
              <a:defRPr lang="ko-KR" altLang="en-US" smtClean="0"/>
            </a:lvl6pPr>
            <a:lvl7pPr lvl="6">
              <a:defRPr lang="ko-KR" altLang="en-US" smtClean="0"/>
            </a:lvl7pPr>
            <a:lvl8pPr lvl="7">
              <a:defRPr lang="ko-KR" altLang="en-US" smtClean="0"/>
            </a:lvl8pPr>
            <a:lvl9pPr lvl="8">
              <a:defRPr lang="ko-KR" altLang="en-US" smtClean="0"/>
            </a:lvl9pPr>
          </a:lstStyle>
          <a:p>
            <a:fld id="{477E6476-4D2D-CA4A-768B-7279DEA2035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5269862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0" name="Shape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lang="ko-KR" altLang="en-US" smtClean="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6151" name="Shape"/>
          <p:cNvSpPr>
            <a:spLocks noGrp="1"/>
          </p:cNvSpPr>
          <p:nvPr>
            <p:ph type="body" idx="1"/>
          </p:nvPr>
        </p:nvSpPr>
        <p:spPr>
          <a:xfrm>
            <a:off x="609602" y="1534795"/>
            <a:ext cx="5387340" cy="64008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ko-KR" altLang="en-US" sz="2200" b="1" smtClean="0"/>
            </a:lvl1pPr>
            <a:lvl2pPr marL="457189" lvl="1" indent="0">
              <a:buNone/>
              <a:defRPr lang="ko-KR" altLang="en-US" sz="2000" b="1" smtClean="0"/>
            </a:lvl2pPr>
            <a:lvl3pPr marL="914377" lvl="2" indent="0">
              <a:buNone/>
              <a:defRPr lang="ko-KR" altLang="en-US" sz="1800" b="1" smtClean="0"/>
            </a:lvl3pPr>
            <a:lvl4pPr marL="1371566" lvl="3" indent="0">
              <a:buNone/>
              <a:defRPr lang="ko-KR" altLang="en-US" sz="1600" b="1" smtClean="0"/>
            </a:lvl4pPr>
            <a:lvl5pPr marL="1828754" lvl="4" indent="0">
              <a:buNone/>
              <a:defRPr lang="ko-KR" altLang="en-US" sz="1600" b="1" smtClean="0"/>
            </a:lvl5pPr>
            <a:lvl6pPr marL="2285943" lvl="5" indent="0">
              <a:buNone/>
              <a:defRPr lang="ko-KR" altLang="en-US" sz="1600" b="1" smtClean="0"/>
            </a:lvl6pPr>
            <a:lvl7pPr marL="2743131" lvl="6" indent="0">
              <a:buNone/>
              <a:defRPr lang="ko-KR" altLang="en-US" sz="1600" b="1" smtClean="0"/>
            </a:lvl7pPr>
            <a:lvl8pPr marL="3200320" lvl="7" indent="0">
              <a:buNone/>
              <a:defRPr lang="ko-KR" altLang="en-US" sz="1600" b="1" smtClean="0"/>
            </a:lvl8pPr>
            <a:lvl9pPr marL="3657509" lvl="8" indent="0">
              <a:buNone/>
              <a:defRPr lang="ko-KR" altLang="en-US" sz="1600" b="1" smtClean="0"/>
            </a:lvl9pPr>
          </a:lstStyle>
          <a:p>
            <a:r>
              <a:rPr lang="ko-KR" altLang="en-US"/>
              <a:t>마스터 텍스트 스타일을 편집하십시오</a:t>
            </a:r>
          </a:p>
        </p:txBody>
      </p:sp>
      <p:sp>
        <p:nvSpPr>
          <p:cNvPr id="6152" name="Shape"/>
          <p:cNvSpPr>
            <a:spLocks noGrp="1"/>
          </p:cNvSpPr>
          <p:nvPr>
            <p:ph sz="half" idx="2"/>
          </p:nvPr>
        </p:nvSpPr>
        <p:spPr>
          <a:xfrm>
            <a:off x="609602" y="2174876"/>
            <a:ext cx="5387340" cy="3951605"/>
          </a:xfrm>
          <a:prstGeom prst="rect">
            <a:avLst/>
          </a:prstGeom>
        </p:spPr>
        <p:txBody>
          <a:bodyPr/>
          <a:lstStyle>
            <a:lvl1pPr>
              <a:defRPr lang="ko-KR" altLang="en-US" sz="2400" smtClean="0"/>
            </a:lvl1pPr>
            <a:lvl2pPr lvl="1">
              <a:defRPr lang="ko-KR" altLang="en-US" sz="1800" smtClean="0"/>
            </a:lvl2pPr>
            <a:lvl3pPr lvl="2">
              <a:defRPr lang="ko-KR" altLang="en-US" sz="1600" smtClean="0"/>
            </a:lvl3pPr>
            <a:lvl4pPr lvl="3">
              <a:defRPr lang="ko-KR" altLang="en-US" sz="1600" smtClean="0"/>
            </a:lvl4pPr>
            <a:lvl5pPr lvl="4">
              <a:defRPr lang="ko-KR" altLang="en-US" sz="1600" smtClean="0"/>
            </a:lvl5pPr>
            <a:lvl6pPr lvl="5">
              <a:defRPr lang="ko-KR" altLang="en-US" sz="1600" smtClean="0"/>
            </a:lvl6pPr>
            <a:lvl7pPr lvl="6">
              <a:defRPr lang="ko-KR" altLang="en-US" sz="1600" smtClean="0"/>
            </a:lvl7pPr>
            <a:lvl8pPr lvl="7">
              <a:defRPr lang="ko-KR" altLang="en-US" sz="1600" smtClean="0"/>
            </a:lvl8pPr>
            <a:lvl9pPr lvl="8">
              <a:defRPr lang="ko-KR" altLang="en-US" sz="1600" smtClean="0"/>
            </a:lvl9pPr>
          </a:lstStyle>
          <a:p>
            <a:r>
              <a:rPr lang="ko-KR" altLang="en-US"/>
              <a:t>마스터 텍스트 스타일을 편집하십시오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153" name="Shape"/>
          <p:cNvSpPr>
            <a:spLocks noGrp="1"/>
          </p:cNvSpPr>
          <p:nvPr>
            <p:ph type="body" sz="quarter" idx="3"/>
          </p:nvPr>
        </p:nvSpPr>
        <p:spPr>
          <a:xfrm>
            <a:off x="6193369" y="1534795"/>
            <a:ext cx="5389033" cy="64008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ko-KR" altLang="en-US" sz="2200" b="1" smtClean="0"/>
            </a:lvl1pPr>
            <a:lvl2pPr marL="457189" lvl="1" indent="0">
              <a:buNone/>
              <a:defRPr lang="ko-KR" altLang="en-US" sz="2000" b="1" smtClean="0"/>
            </a:lvl2pPr>
            <a:lvl3pPr marL="914377" lvl="2" indent="0">
              <a:buNone/>
              <a:defRPr lang="ko-KR" altLang="en-US" sz="1800" b="1" smtClean="0"/>
            </a:lvl3pPr>
            <a:lvl4pPr marL="1371566" lvl="3" indent="0">
              <a:buNone/>
              <a:defRPr lang="ko-KR" altLang="en-US" sz="1600" b="1" smtClean="0"/>
            </a:lvl4pPr>
            <a:lvl5pPr marL="1828754" lvl="4" indent="0">
              <a:buNone/>
              <a:defRPr lang="ko-KR" altLang="en-US" sz="1600" b="1" smtClean="0"/>
            </a:lvl5pPr>
            <a:lvl6pPr marL="2285943" lvl="5" indent="0">
              <a:buNone/>
              <a:defRPr lang="ko-KR" altLang="en-US" sz="1600" b="1" smtClean="0"/>
            </a:lvl6pPr>
            <a:lvl7pPr marL="2743131" lvl="6" indent="0">
              <a:buNone/>
              <a:defRPr lang="ko-KR" altLang="en-US" sz="1600" b="1" smtClean="0"/>
            </a:lvl7pPr>
            <a:lvl8pPr marL="3200320" lvl="7" indent="0">
              <a:buNone/>
              <a:defRPr lang="ko-KR" altLang="en-US" sz="1600" b="1" smtClean="0"/>
            </a:lvl8pPr>
            <a:lvl9pPr marL="3657509" lvl="8" indent="0">
              <a:buNone/>
              <a:defRPr lang="ko-KR" altLang="en-US" sz="1600" b="1" smtClean="0"/>
            </a:lvl9pPr>
          </a:lstStyle>
          <a:p>
            <a:r>
              <a:rPr lang="ko-KR" altLang="en-US"/>
              <a:t>마스터 텍스트 스타일을 편집하십시오</a:t>
            </a:r>
          </a:p>
        </p:txBody>
      </p:sp>
      <p:sp>
        <p:nvSpPr>
          <p:cNvPr id="6154" name="Shape"/>
          <p:cNvSpPr>
            <a:spLocks noGrp="1"/>
          </p:cNvSpPr>
          <p:nvPr>
            <p:ph sz="quarter" idx="4"/>
          </p:nvPr>
        </p:nvSpPr>
        <p:spPr>
          <a:xfrm>
            <a:off x="6193369" y="2174876"/>
            <a:ext cx="5389033" cy="3951605"/>
          </a:xfrm>
          <a:prstGeom prst="rect">
            <a:avLst/>
          </a:prstGeom>
        </p:spPr>
        <p:txBody>
          <a:bodyPr/>
          <a:lstStyle>
            <a:lvl1pPr>
              <a:defRPr lang="ko-KR" altLang="en-US" sz="2400" smtClean="0"/>
            </a:lvl1pPr>
            <a:lvl2pPr lvl="1">
              <a:defRPr lang="ko-KR" altLang="en-US" sz="1800" smtClean="0"/>
            </a:lvl2pPr>
            <a:lvl3pPr lvl="2">
              <a:defRPr lang="ko-KR" altLang="en-US" sz="1600" smtClean="0"/>
            </a:lvl3pPr>
            <a:lvl4pPr lvl="3">
              <a:defRPr lang="ko-KR" altLang="en-US" sz="1600" smtClean="0"/>
            </a:lvl4pPr>
            <a:lvl5pPr lvl="4">
              <a:defRPr lang="ko-KR" altLang="en-US" sz="1600" smtClean="0"/>
            </a:lvl5pPr>
            <a:lvl6pPr lvl="5">
              <a:defRPr lang="ko-KR" altLang="en-US" sz="1600" smtClean="0"/>
            </a:lvl6pPr>
            <a:lvl7pPr lvl="6">
              <a:defRPr lang="ko-KR" altLang="en-US" sz="1600" smtClean="0"/>
            </a:lvl7pPr>
            <a:lvl8pPr lvl="7">
              <a:defRPr lang="ko-KR" altLang="en-US" sz="1600" smtClean="0"/>
            </a:lvl8pPr>
            <a:lvl9pPr lvl="8">
              <a:defRPr lang="ko-KR" altLang="en-US" sz="1600" smtClean="0"/>
            </a:lvl9pPr>
          </a:lstStyle>
          <a:p>
            <a:r>
              <a:rPr lang="ko-KR" altLang="en-US"/>
              <a:t>마스터 텍스트 스타일을 편집하십시오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155" name="Shape"/>
          <p:cNvSpPr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/>
          <a:lstStyle>
            <a:lvl1pPr>
              <a:defRPr lang="ko-KR" altLang="en-US" smtClean="0"/>
            </a:lvl1pPr>
            <a:lvl2pPr lvl="1">
              <a:defRPr lang="ko-KR" altLang="en-US" smtClean="0"/>
            </a:lvl2pPr>
            <a:lvl3pPr lvl="2">
              <a:defRPr lang="ko-KR" altLang="en-US" smtClean="0"/>
            </a:lvl3pPr>
            <a:lvl4pPr lvl="3">
              <a:defRPr lang="ko-KR" altLang="en-US" smtClean="0"/>
            </a:lvl4pPr>
            <a:lvl5pPr lvl="4">
              <a:defRPr lang="ko-KR" altLang="en-US" smtClean="0"/>
            </a:lvl5pPr>
            <a:lvl6pPr lvl="5">
              <a:defRPr lang="ko-KR" altLang="en-US" smtClean="0"/>
            </a:lvl6pPr>
            <a:lvl7pPr lvl="6">
              <a:defRPr lang="ko-KR" altLang="en-US" smtClean="0"/>
            </a:lvl7pPr>
            <a:lvl8pPr lvl="7">
              <a:defRPr lang="ko-KR" altLang="en-US" smtClean="0"/>
            </a:lvl8pPr>
            <a:lvl9pPr lvl="8">
              <a:defRPr lang="ko-KR" altLang="en-US" smtClean="0"/>
            </a:lvl9pPr>
          </a:lstStyle>
          <a:p>
            <a:fld id="{127FC994-8674-E242-4C2A-12C0E7A60CF0}" type="datetimeFigureOut">
              <a:rPr lang="ko-KR" altLang="en-US" smtClean="0"/>
              <a:t>2026-08-29</a:t>
            </a:fld>
            <a:endParaRPr lang="ko-KR" altLang="en-US"/>
          </a:p>
        </p:txBody>
      </p:sp>
      <p:sp>
        <p:nvSpPr>
          <p:cNvPr id="6156" name="Shape"/>
          <p:cNvSpPr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/>
          <a:lstStyle>
            <a:lvl1pPr>
              <a:defRPr lang="ko-KR" altLang="en-US" smtClean="0"/>
            </a:lvl1pPr>
            <a:lvl2pPr lvl="1">
              <a:defRPr lang="ko-KR" altLang="en-US" smtClean="0"/>
            </a:lvl2pPr>
            <a:lvl3pPr lvl="2">
              <a:defRPr lang="ko-KR" altLang="en-US" smtClean="0"/>
            </a:lvl3pPr>
            <a:lvl4pPr lvl="3">
              <a:defRPr lang="ko-KR" altLang="en-US" smtClean="0"/>
            </a:lvl4pPr>
            <a:lvl5pPr lvl="4">
              <a:defRPr lang="ko-KR" altLang="en-US" smtClean="0"/>
            </a:lvl5pPr>
            <a:lvl6pPr lvl="5">
              <a:defRPr lang="ko-KR" altLang="en-US" smtClean="0"/>
            </a:lvl6pPr>
            <a:lvl7pPr lvl="6">
              <a:defRPr lang="ko-KR" altLang="en-US" smtClean="0"/>
            </a:lvl7pPr>
            <a:lvl8pPr lvl="7">
              <a:defRPr lang="ko-KR" altLang="en-US" smtClean="0"/>
            </a:lvl8pPr>
            <a:lvl9pPr lvl="8">
              <a:defRPr lang="ko-KR" altLang="en-US" smtClean="0"/>
            </a:lvl9pPr>
          </a:lstStyle>
          <a:p>
            <a:endParaRPr lang="ko-KR" altLang="en-US"/>
          </a:p>
        </p:txBody>
      </p:sp>
      <p:sp>
        <p:nvSpPr>
          <p:cNvPr id="6157" name="Shape"/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>
            <a:lvl1pPr>
              <a:defRPr lang="ko-KR" altLang="en-US" smtClean="0"/>
            </a:lvl1pPr>
            <a:lvl2pPr lvl="1">
              <a:defRPr lang="ko-KR" altLang="en-US" smtClean="0"/>
            </a:lvl2pPr>
            <a:lvl3pPr lvl="2">
              <a:defRPr lang="ko-KR" altLang="en-US" smtClean="0"/>
            </a:lvl3pPr>
            <a:lvl4pPr lvl="3">
              <a:defRPr lang="ko-KR" altLang="en-US" smtClean="0"/>
            </a:lvl4pPr>
            <a:lvl5pPr lvl="4">
              <a:defRPr lang="ko-KR" altLang="en-US" smtClean="0"/>
            </a:lvl5pPr>
            <a:lvl6pPr lvl="5">
              <a:defRPr lang="ko-KR" altLang="en-US" smtClean="0"/>
            </a:lvl6pPr>
            <a:lvl7pPr lvl="6">
              <a:defRPr lang="ko-KR" altLang="en-US" smtClean="0"/>
            </a:lvl7pPr>
            <a:lvl8pPr lvl="7">
              <a:defRPr lang="ko-KR" altLang="en-US" smtClean="0"/>
            </a:lvl8pPr>
            <a:lvl9pPr lvl="8">
              <a:defRPr lang="ko-KR" altLang="en-US" smtClean="0"/>
            </a:lvl9pPr>
          </a:lstStyle>
          <a:p>
            <a:fld id="{3B8F7C6E-68F3-69E7-1A4B-01B5CCC5B9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51216469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4" name="Shape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lang="ko-KR" altLang="en-US" smtClean="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7175" name="Shape"/>
          <p:cNvSpPr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/>
          <a:lstStyle>
            <a:lvl1pPr>
              <a:defRPr lang="ko-KR" altLang="en-US" smtClean="0"/>
            </a:lvl1pPr>
            <a:lvl2pPr lvl="1">
              <a:defRPr lang="ko-KR" altLang="en-US" smtClean="0"/>
            </a:lvl2pPr>
            <a:lvl3pPr lvl="2">
              <a:defRPr lang="ko-KR" altLang="en-US" smtClean="0"/>
            </a:lvl3pPr>
            <a:lvl4pPr lvl="3">
              <a:defRPr lang="ko-KR" altLang="en-US" smtClean="0"/>
            </a:lvl4pPr>
            <a:lvl5pPr lvl="4">
              <a:defRPr lang="ko-KR" altLang="en-US" smtClean="0"/>
            </a:lvl5pPr>
            <a:lvl6pPr lvl="5">
              <a:defRPr lang="ko-KR" altLang="en-US" smtClean="0"/>
            </a:lvl6pPr>
            <a:lvl7pPr lvl="6">
              <a:defRPr lang="ko-KR" altLang="en-US" smtClean="0"/>
            </a:lvl7pPr>
            <a:lvl8pPr lvl="7">
              <a:defRPr lang="ko-KR" altLang="en-US" smtClean="0"/>
            </a:lvl8pPr>
            <a:lvl9pPr lvl="8">
              <a:defRPr lang="ko-KR" altLang="en-US" smtClean="0"/>
            </a:lvl9pPr>
          </a:lstStyle>
          <a:p>
            <a:fld id="{1CDA1BA1-1584-A232-6C33-525AEA7E1230}" type="datetimeFigureOut">
              <a:rPr lang="ko-KR" altLang="en-US" smtClean="0"/>
              <a:t>2026-08-29</a:t>
            </a:fld>
            <a:endParaRPr lang="ko-KR" altLang="en-US"/>
          </a:p>
        </p:txBody>
      </p:sp>
      <p:sp>
        <p:nvSpPr>
          <p:cNvPr id="7176" name="Shape"/>
          <p:cNvSpPr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/>
          <a:lstStyle>
            <a:lvl1pPr>
              <a:defRPr lang="ko-KR" altLang="en-US" smtClean="0"/>
            </a:lvl1pPr>
            <a:lvl2pPr lvl="1">
              <a:defRPr lang="ko-KR" altLang="en-US" smtClean="0"/>
            </a:lvl2pPr>
            <a:lvl3pPr lvl="2">
              <a:defRPr lang="ko-KR" altLang="en-US" smtClean="0"/>
            </a:lvl3pPr>
            <a:lvl4pPr lvl="3">
              <a:defRPr lang="ko-KR" altLang="en-US" smtClean="0"/>
            </a:lvl4pPr>
            <a:lvl5pPr lvl="4">
              <a:defRPr lang="ko-KR" altLang="en-US" smtClean="0"/>
            </a:lvl5pPr>
            <a:lvl6pPr lvl="5">
              <a:defRPr lang="ko-KR" altLang="en-US" smtClean="0"/>
            </a:lvl6pPr>
            <a:lvl7pPr lvl="6">
              <a:defRPr lang="ko-KR" altLang="en-US" smtClean="0"/>
            </a:lvl7pPr>
            <a:lvl8pPr lvl="7">
              <a:defRPr lang="ko-KR" altLang="en-US" smtClean="0"/>
            </a:lvl8pPr>
            <a:lvl9pPr lvl="8">
              <a:defRPr lang="ko-KR" altLang="en-US" smtClean="0"/>
            </a:lvl9pPr>
          </a:lstStyle>
          <a:p>
            <a:endParaRPr lang="ko-KR" altLang="en-US"/>
          </a:p>
        </p:txBody>
      </p:sp>
      <p:sp>
        <p:nvSpPr>
          <p:cNvPr id="7177" name="Shape"/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>
            <a:lvl1pPr>
              <a:defRPr lang="ko-KR" altLang="en-US" smtClean="0"/>
            </a:lvl1pPr>
            <a:lvl2pPr lvl="1">
              <a:defRPr lang="ko-KR" altLang="en-US" smtClean="0"/>
            </a:lvl2pPr>
            <a:lvl3pPr lvl="2">
              <a:defRPr lang="ko-KR" altLang="en-US" smtClean="0"/>
            </a:lvl3pPr>
            <a:lvl4pPr lvl="3">
              <a:defRPr lang="ko-KR" altLang="en-US" smtClean="0"/>
            </a:lvl4pPr>
            <a:lvl5pPr lvl="4">
              <a:defRPr lang="ko-KR" altLang="en-US" smtClean="0"/>
            </a:lvl5pPr>
            <a:lvl6pPr lvl="5">
              <a:defRPr lang="ko-KR" altLang="en-US" smtClean="0"/>
            </a:lvl6pPr>
            <a:lvl7pPr lvl="6">
              <a:defRPr lang="ko-KR" altLang="en-US" smtClean="0"/>
            </a:lvl7pPr>
            <a:lvl8pPr lvl="7">
              <a:defRPr lang="ko-KR" altLang="en-US" smtClean="0"/>
            </a:lvl8pPr>
            <a:lvl9pPr lvl="8">
              <a:defRPr lang="ko-KR" altLang="en-US" smtClean="0"/>
            </a:lvl9pPr>
          </a:lstStyle>
          <a:p>
            <a:fld id="{CFE6D0AD-863A-D75A-1A1D-8AEF75492B9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929413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8" name="Shape"/>
          <p:cNvSpPr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/>
          <a:lstStyle>
            <a:lvl1pPr>
              <a:defRPr lang="ko-KR" altLang="en-US" smtClean="0"/>
            </a:lvl1pPr>
            <a:lvl2pPr lvl="1">
              <a:defRPr lang="ko-KR" altLang="en-US" smtClean="0"/>
            </a:lvl2pPr>
            <a:lvl3pPr lvl="2">
              <a:defRPr lang="ko-KR" altLang="en-US" smtClean="0"/>
            </a:lvl3pPr>
            <a:lvl4pPr lvl="3">
              <a:defRPr lang="ko-KR" altLang="en-US" smtClean="0"/>
            </a:lvl4pPr>
            <a:lvl5pPr lvl="4">
              <a:defRPr lang="ko-KR" altLang="en-US" smtClean="0"/>
            </a:lvl5pPr>
            <a:lvl6pPr lvl="5">
              <a:defRPr lang="ko-KR" altLang="en-US" smtClean="0"/>
            </a:lvl6pPr>
            <a:lvl7pPr lvl="6">
              <a:defRPr lang="ko-KR" altLang="en-US" smtClean="0"/>
            </a:lvl7pPr>
            <a:lvl8pPr lvl="7">
              <a:defRPr lang="ko-KR" altLang="en-US" smtClean="0"/>
            </a:lvl8pPr>
            <a:lvl9pPr lvl="8">
              <a:defRPr lang="ko-KR" altLang="en-US" smtClean="0"/>
            </a:lvl9pPr>
          </a:lstStyle>
          <a:p>
            <a:fld id="{FE02EAA1-243A-62EF-F28E-B9AA571F80C1}" type="datetimeFigureOut">
              <a:rPr lang="ko-KR" altLang="en-US" smtClean="0"/>
              <a:t>2026-08-29</a:t>
            </a:fld>
            <a:endParaRPr lang="ko-KR" altLang="en-US"/>
          </a:p>
        </p:txBody>
      </p:sp>
      <p:sp>
        <p:nvSpPr>
          <p:cNvPr id="8199" name="Shape"/>
          <p:cNvSpPr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/>
          <a:lstStyle>
            <a:lvl1pPr>
              <a:defRPr lang="ko-KR" altLang="en-US" smtClean="0"/>
            </a:lvl1pPr>
            <a:lvl2pPr lvl="1">
              <a:defRPr lang="ko-KR" altLang="en-US" smtClean="0"/>
            </a:lvl2pPr>
            <a:lvl3pPr lvl="2">
              <a:defRPr lang="ko-KR" altLang="en-US" smtClean="0"/>
            </a:lvl3pPr>
            <a:lvl4pPr lvl="3">
              <a:defRPr lang="ko-KR" altLang="en-US" smtClean="0"/>
            </a:lvl4pPr>
            <a:lvl5pPr lvl="4">
              <a:defRPr lang="ko-KR" altLang="en-US" smtClean="0"/>
            </a:lvl5pPr>
            <a:lvl6pPr lvl="5">
              <a:defRPr lang="ko-KR" altLang="en-US" smtClean="0"/>
            </a:lvl6pPr>
            <a:lvl7pPr lvl="6">
              <a:defRPr lang="ko-KR" altLang="en-US" smtClean="0"/>
            </a:lvl7pPr>
            <a:lvl8pPr lvl="7">
              <a:defRPr lang="ko-KR" altLang="en-US" smtClean="0"/>
            </a:lvl8pPr>
            <a:lvl9pPr lvl="8">
              <a:defRPr lang="ko-KR" altLang="en-US" smtClean="0"/>
            </a:lvl9pPr>
          </a:lstStyle>
          <a:p>
            <a:endParaRPr lang="ko-KR" altLang="en-US"/>
          </a:p>
        </p:txBody>
      </p:sp>
      <p:sp>
        <p:nvSpPr>
          <p:cNvPr id="8200" name="Shape"/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>
            <a:lvl1pPr>
              <a:defRPr lang="ko-KR" altLang="en-US" smtClean="0"/>
            </a:lvl1pPr>
            <a:lvl2pPr lvl="1">
              <a:defRPr lang="ko-KR" altLang="en-US" smtClean="0"/>
            </a:lvl2pPr>
            <a:lvl3pPr lvl="2">
              <a:defRPr lang="ko-KR" altLang="en-US" smtClean="0"/>
            </a:lvl3pPr>
            <a:lvl4pPr lvl="3">
              <a:defRPr lang="ko-KR" altLang="en-US" smtClean="0"/>
            </a:lvl4pPr>
            <a:lvl5pPr lvl="4">
              <a:defRPr lang="ko-KR" altLang="en-US" smtClean="0"/>
            </a:lvl5pPr>
            <a:lvl6pPr lvl="5">
              <a:defRPr lang="ko-KR" altLang="en-US" smtClean="0"/>
            </a:lvl6pPr>
            <a:lvl7pPr lvl="6">
              <a:defRPr lang="ko-KR" altLang="en-US" smtClean="0"/>
            </a:lvl7pPr>
            <a:lvl8pPr lvl="7">
              <a:defRPr lang="ko-KR" altLang="en-US" smtClean="0"/>
            </a:lvl8pPr>
            <a:lvl9pPr lvl="8">
              <a:defRPr lang="ko-KR" altLang="en-US" smtClean="0"/>
            </a:lvl9pPr>
          </a:lstStyle>
          <a:p>
            <a:fld id="{E885CFF3-100C-C6EA-0420-26A4B50B6DE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14535869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2" name="Shape"/>
          <p:cNvSpPr>
            <a:spLocks noGrp="1"/>
          </p:cNvSpPr>
          <p:nvPr>
            <p:ph type="title"/>
          </p:nvPr>
        </p:nvSpPr>
        <p:spPr>
          <a:xfrm>
            <a:off x="609600" y="273049"/>
            <a:ext cx="4011507" cy="1162051"/>
          </a:xfrm>
          <a:prstGeom prst="rect">
            <a:avLst/>
          </a:prstGeom>
        </p:spPr>
        <p:txBody>
          <a:bodyPr anchor="b"/>
          <a:lstStyle>
            <a:lvl1pPr algn="l">
              <a:defRPr lang="ko-KR" altLang="en-US" sz="2000" b="1" smtClean="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9223" name="Shape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7" cy="5853431"/>
          </a:xfrm>
          <a:prstGeom prst="rect">
            <a:avLst/>
          </a:prstGeom>
        </p:spPr>
        <p:txBody>
          <a:bodyPr/>
          <a:lstStyle>
            <a:lvl1pPr>
              <a:defRPr lang="ko-KR" altLang="en-US" sz="3200" smtClean="0"/>
            </a:lvl1pPr>
            <a:lvl2pPr lvl="1">
              <a:defRPr lang="ko-KR" altLang="en-US" sz="2800" smtClean="0"/>
            </a:lvl2pPr>
            <a:lvl3pPr lvl="2">
              <a:defRPr lang="ko-KR" altLang="en-US" sz="2400" smtClean="0"/>
            </a:lvl3pPr>
            <a:lvl4pPr lvl="3">
              <a:defRPr lang="ko-KR" altLang="en-US" sz="2000" smtClean="0"/>
            </a:lvl4pPr>
            <a:lvl5pPr lvl="4">
              <a:defRPr lang="ko-KR" altLang="en-US" sz="2000" smtClean="0"/>
            </a:lvl5pPr>
            <a:lvl6pPr lvl="5">
              <a:defRPr lang="ko-KR" altLang="en-US" sz="2000" smtClean="0"/>
            </a:lvl6pPr>
            <a:lvl7pPr lvl="6">
              <a:defRPr lang="ko-KR" altLang="en-US" sz="2000" smtClean="0"/>
            </a:lvl7pPr>
            <a:lvl8pPr lvl="7">
              <a:defRPr lang="ko-KR" altLang="en-US" sz="2000" smtClean="0"/>
            </a:lvl8pPr>
            <a:lvl9pPr lvl="8">
              <a:defRPr lang="ko-KR" altLang="en-US" sz="2000" smtClean="0"/>
            </a:lvl9pPr>
          </a:lstStyle>
          <a:p>
            <a:r>
              <a:rPr lang="ko-KR" altLang="en-US"/>
              <a:t>마스터 텍스트 스타일을 편집하십시오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9224" name="Shape"/>
          <p:cNvSpPr>
            <a:spLocks noGrp="1"/>
          </p:cNvSpPr>
          <p:nvPr>
            <p:ph type="body" sz="half" idx="2"/>
          </p:nvPr>
        </p:nvSpPr>
        <p:spPr>
          <a:xfrm>
            <a:off x="609600" y="1435101"/>
            <a:ext cx="4011507" cy="469138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ko-KR" altLang="en-US" sz="1400" smtClean="0"/>
            </a:lvl1pPr>
            <a:lvl2pPr marL="457189" lvl="1" indent="0">
              <a:buNone/>
              <a:defRPr lang="ko-KR" altLang="en-US" sz="1200" smtClean="0"/>
            </a:lvl2pPr>
            <a:lvl3pPr marL="914377" lvl="2" indent="0">
              <a:buNone/>
              <a:defRPr lang="ko-KR" altLang="en-US" sz="1000" smtClean="0"/>
            </a:lvl3pPr>
            <a:lvl4pPr marL="1371566" lvl="3" indent="0">
              <a:buNone/>
              <a:defRPr lang="ko-KR" altLang="en-US" sz="900" smtClean="0"/>
            </a:lvl4pPr>
            <a:lvl5pPr marL="1828754" lvl="4" indent="0">
              <a:buNone/>
              <a:defRPr lang="ko-KR" altLang="en-US" sz="900" smtClean="0"/>
            </a:lvl5pPr>
            <a:lvl6pPr marL="2285943" lvl="5" indent="0">
              <a:buNone/>
              <a:defRPr lang="ko-KR" altLang="en-US" sz="900" smtClean="0"/>
            </a:lvl6pPr>
            <a:lvl7pPr marL="2743131" lvl="6" indent="0">
              <a:buNone/>
              <a:defRPr lang="ko-KR" altLang="en-US" sz="900" smtClean="0"/>
            </a:lvl7pPr>
            <a:lvl8pPr marL="3200320" lvl="7" indent="0">
              <a:buNone/>
              <a:defRPr lang="ko-KR" altLang="en-US" sz="900" smtClean="0"/>
            </a:lvl8pPr>
            <a:lvl9pPr marL="3657509" lvl="8" indent="0">
              <a:buNone/>
              <a:defRPr lang="ko-KR" altLang="en-US" sz="900" smtClean="0"/>
            </a:lvl9pPr>
          </a:lstStyle>
          <a:p>
            <a:r>
              <a:rPr lang="ko-KR" altLang="en-US"/>
              <a:t>마스터 텍스트 스타일을 편집하십시오</a:t>
            </a:r>
          </a:p>
        </p:txBody>
      </p:sp>
      <p:sp>
        <p:nvSpPr>
          <p:cNvPr id="9225" name="Shape"/>
          <p:cNvSpPr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/>
          <a:lstStyle>
            <a:lvl1pPr>
              <a:defRPr lang="ko-KR" altLang="en-US" smtClean="0"/>
            </a:lvl1pPr>
            <a:lvl2pPr lvl="1">
              <a:defRPr lang="ko-KR" altLang="en-US" smtClean="0"/>
            </a:lvl2pPr>
            <a:lvl3pPr lvl="2">
              <a:defRPr lang="ko-KR" altLang="en-US" smtClean="0"/>
            </a:lvl3pPr>
            <a:lvl4pPr lvl="3">
              <a:defRPr lang="ko-KR" altLang="en-US" smtClean="0"/>
            </a:lvl4pPr>
            <a:lvl5pPr lvl="4">
              <a:defRPr lang="ko-KR" altLang="en-US" smtClean="0"/>
            </a:lvl5pPr>
            <a:lvl6pPr lvl="5">
              <a:defRPr lang="ko-KR" altLang="en-US" smtClean="0"/>
            </a:lvl6pPr>
            <a:lvl7pPr lvl="6">
              <a:defRPr lang="ko-KR" altLang="en-US" smtClean="0"/>
            </a:lvl7pPr>
            <a:lvl8pPr lvl="7">
              <a:defRPr lang="ko-KR" altLang="en-US" smtClean="0"/>
            </a:lvl8pPr>
            <a:lvl9pPr lvl="8">
              <a:defRPr lang="ko-KR" altLang="en-US" smtClean="0"/>
            </a:lvl9pPr>
          </a:lstStyle>
          <a:p>
            <a:fld id="{0E732562-89BF-A740-A6A7-7DCC1802517F}" type="datetimeFigureOut">
              <a:rPr lang="ko-KR" altLang="en-US" smtClean="0"/>
              <a:t>2026-08-29</a:t>
            </a:fld>
            <a:endParaRPr lang="ko-KR" altLang="en-US"/>
          </a:p>
        </p:txBody>
      </p:sp>
      <p:sp>
        <p:nvSpPr>
          <p:cNvPr id="9226" name="Shape"/>
          <p:cNvSpPr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/>
          <a:lstStyle>
            <a:lvl1pPr>
              <a:defRPr lang="ko-KR" altLang="en-US" smtClean="0"/>
            </a:lvl1pPr>
            <a:lvl2pPr lvl="1">
              <a:defRPr lang="ko-KR" altLang="en-US" smtClean="0"/>
            </a:lvl2pPr>
            <a:lvl3pPr lvl="2">
              <a:defRPr lang="ko-KR" altLang="en-US" smtClean="0"/>
            </a:lvl3pPr>
            <a:lvl4pPr lvl="3">
              <a:defRPr lang="ko-KR" altLang="en-US" smtClean="0"/>
            </a:lvl4pPr>
            <a:lvl5pPr lvl="4">
              <a:defRPr lang="ko-KR" altLang="en-US" smtClean="0"/>
            </a:lvl5pPr>
            <a:lvl6pPr lvl="5">
              <a:defRPr lang="ko-KR" altLang="en-US" smtClean="0"/>
            </a:lvl6pPr>
            <a:lvl7pPr lvl="6">
              <a:defRPr lang="ko-KR" altLang="en-US" smtClean="0"/>
            </a:lvl7pPr>
            <a:lvl8pPr lvl="7">
              <a:defRPr lang="ko-KR" altLang="en-US" smtClean="0"/>
            </a:lvl8pPr>
            <a:lvl9pPr lvl="8">
              <a:defRPr lang="ko-KR" altLang="en-US" smtClean="0"/>
            </a:lvl9pPr>
          </a:lstStyle>
          <a:p>
            <a:endParaRPr lang="ko-KR" altLang="en-US"/>
          </a:p>
        </p:txBody>
      </p:sp>
      <p:sp>
        <p:nvSpPr>
          <p:cNvPr id="9227" name="Shape"/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>
            <a:lvl1pPr>
              <a:defRPr lang="ko-KR" altLang="en-US" smtClean="0"/>
            </a:lvl1pPr>
            <a:lvl2pPr lvl="1">
              <a:defRPr lang="ko-KR" altLang="en-US" smtClean="0"/>
            </a:lvl2pPr>
            <a:lvl3pPr lvl="2">
              <a:defRPr lang="ko-KR" altLang="en-US" smtClean="0"/>
            </a:lvl3pPr>
            <a:lvl4pPr lvl="3">
              <a:defRPr lang="ko-KR" altLang="en-US" smtClean="0"/>
            </a:lvl4pPr>
            <a:lvl5pPr lvl="4">
              <a:defRPr lang="ko-KR" altLang="en-US" smtClean="0"/>
            </a:lvl5pPr>
            <a:lvl6pPr lvl="5">
              <a:defRPr lang="ko-KR" altLang="en-US" smtClean="0"/>
            </a:lvl6pPr>
            <a:lvl7pPr lvl="6">
              <a:defRPr lang="ko-KR" altLang="en-US" smtClean="0"/>
            </a:lvl7pPr>
            <a:lvl8pPr lvl="7">
              <a:defRPr lang="ko-KR" altLang="en-US" smtClean="0"/>
            </a:lvl8pPr>
            <a:lvl9pPr lvl="8">
              <a:defRPr lang="ko-KR" altLang="en-US" smtClean="0"/>
            </a:lvl9pPr>
          </a:lstStyle>
          <a:p>
            <a:fld id="{7337A935-A87C-97EB-3B7D-67E29F2F72B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5783550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슬라이드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122363"/>
            <a:ext cx="10363200" cy="2387600"/>
          </a:xfrm>
        </p:spPr>
        <p:txBody>
          <a:bodyPr anchor="b"/>
          <a:lstStyle>
            <a:lvl1pPr algn="ctr">
              <a:defRPr sz="8000"/>
            </a:lvl1pPr>
          </a:lstStyle>
          <a:p>
            <a:pPr lvl="0"/>
            <a:r>
              <a:rPr lang="ko-KR" altLang="en-US"/>
              <a:t>마스터 제목 스타일 편집</a:t>
            </a:r>
            <a:endParaRPr lang="en-US" alt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49"/>
            <a:ext cx="9144000" cy="1655763"/>
          </a:xfrm>
        </p:spPr>
        <p:txBody>
          <a:bodyPr/>
          <a:lstStyle>
            <a:lvl1pPr marL="0" indent="0" algn="ctr">
              <a:buNone/>
              <a:defRPr sz="3200"/>
            </a:lvl1pPr>
            <a:lvl2pPr marL="609254" indent="0" algn="ctr">
              <a:buNone/>
              <a:defRPr sz="2667"/>
            </a:lvl2pPr>
            <a:lvl3pPr marL="1218517" indent="0" algn="ctr">
              <a:buNone/>
              <a:defRPr sz="2400"/>
            </a:lvl3pPr>
            <a:lvl4pPr marL="1827779" indent="0" algn="ctr">
              <a:buNone/>
              <a:defRPr sz="2133"/>
            </a:lvl4pPr>
            <a:lvl5pPr marL="2437038" indent="0" algn="ctr">
              <a:buNone/>
              <a:defRPr sz="2133"/>
            </a:lvl5pPr>
            <a:lvl6pPr marL="3046292" indent="0" algn="ctr">
              <a:buNone/>
              <a:defRPr sz="2133"/>
            </a:lvl6pPr>
            <a:lvl7pPr marL="3655551" indent="0" algn="ctr">
              <a:buNone/>
              <a:defRPr sz="2133"/>
            </a:lvl7pPr>
            <a:lvl8pPr marL="4264805" indent="0" algn="ctr">
              <a:buNone/>
              <a:defRPr sz="2133"/>
            </a:lvl8pPr>
            <a:lvl9pPr marL="4874070" indent="0" algn="ctr">
              <a:buNone/>
              <a:defRPr sz="2133"/>
            </a:lvl9pPr>
          </a:lstStyle>
          <a:p>
            <a:pPr lvl="0"/>
            <a:r>
              <a:rPr lang="ko-KR" altLang="en-US"/>
              <a:t>마스터 부제목 스타일 편집</a:t>
            </a:r>
            <a:endParaRPr lang="en-US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85BDD-300B-4081-AB00-41C1DA8B159A}" type="datetimeFigureOut">
              <a:rPr lang="ko-KR" altLang="en-US">
                <a:solidFill>
                  <a:prstClr val="white">
                    <a:tint val="75000"/>
                  </a:prstClr>
                </a:solidFill>
              </a:rPr>
              <a:pPr/>
              <a:t>2026-08-29</a:t>
            </a:fld>
            <a:endParaRPr lang="ko-KR" altLang="en-US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98E8E2-CD19-4C0C-A727-A0A671639E9D}" type="slidenum">
              <a:rPr lang="ko-KR" altLang="en-US">
                <a:solidFill>
                  <a:prstClr val="white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43508347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내용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ko-KR" altLang="en-US"/>
              <a:t>마스터 제목 스타일 편집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85BDD-300B-4081-AB00-41C1DA8B159A}" type="datetimeFigureOut">
              <a:rPr lang="ko-KR" altLang="en-US">
                <a:solidFill>
                  <a:prstClr val="white">
                    <a:tint val="75000"/>
                  </a:prstClr>
                </a:solidFill>
              </a:rPr>
              <a:pPr/>
              <a:t>2026-08-29</a:t>
            </a:fld>
            <a:endParaRPr lang="ko-KR" altLang="en-US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98E8E2-CD19-4C0C-A727-A0A671639E9D}" type="slidenum">
              <a:rPr lang="ko-KR" altLang="en-US">
                <a:solidFill>
                  <a:prstClr val="white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38186521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구역 머리글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3" y="1710507"/>
            <a:ext cx="10515600" cy="2852737"/>
          </a:xfrm>
        </p:spPr>
        <p:txBody>
          <a:bodyPr anchor="b"/>
          <a:lstStyle>
            <a:lvl1pPr>
              <a:defRPr sz="8000"/>
            </a:lvl1pPr>
          </a:lstStyle>
          <a:p>
            <a:pPr lvl="0"/>
            <a:r>
              <a:rPr lang="ko-KR" altLang="en-US"/>
              <a:t>마스터 제목 스타일 편집</a:t>
            </a:r>
            <a:endParaRPr lang="en-US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3" y="4589481"/>
            <a:ext cx="10515600" cy="1500187"/>
          </a:xfrm>
        </p:spPr>
        <p:txBody>
          <a:bodyPr/>
          <a:lstStyle>
            <a:lvl1pPr marL="0" indent="0">
              <a:buNone/>
              <a:defRPr sz="3200">
                <a:solidFill>
                  <a:schemeClr val="tx1"/>
                </a:solidFill>
              </a:defRPr>
            </a:lvl1pPr>
            <a:lvl2pPr marL="609254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2pPr>
            <a:lvl3pPr marL="1218517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182777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4pPr>
            <a:lvl5pPr marL="2437038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5pPr>
            <a:lvl6pPr marL="3046292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6pPr>
            <a:lvl7pPr marL="3655551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7pPr>
            <a:lvl8pPr marL="4264805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8pPr>
            <a:lvl9pPr marL="48740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85BDD-300B-4081-AB00-41C1DA8B159A}" type="datetimeFigureOut">
              <a:rPr lang="ko-KR" altLang="en-US">
                <a:solidFill>
                  <a:prstClr val="white">
                    <a:tint val="75000"/>
                  </a:prstClr>
                </a:solidFill>
              </a:rPr>
              <a:pPr/>
              <a:t>2026-08-29</a:t>
            </a:fld>
            <a:endParaRPr lang="ko-KR" altLang="en-US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98E8E2-CD19-4C0C-A727-A0A671639E9D}" type="slidenum">
              <a:rPr lang="ko-KR" altLang="en-US">
                <a:solidFill>
                  <a:prstClr val="white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24213258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콘텐츠 2개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ko-KR" altLang="en-US"/>
              <a:t>마스터 제목 스타일 편집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1" y="1825634"/>
            <a:ext cx="5181600" cy="4351339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1" y="1825634"/>
            <a:ext cx="5181600" cy="4351339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85BDD-300B-4081-AB00-41C1DA8B159A}" type="datetimeFigureOut">
              <a:rPr lang="ko-KR" altLang="en-US">
                <a:solidFill>
                  <a:prstClr val="white">
                    <a:tint val="75000"/>
                  </a:prstClr>
                </a:solidFill>
              </a:rPr>
              <a:pPr/>
              <a:t>2026-08-29</a:t>
            </a:fld>
            <a:endParaRPr lang="ko-KR" altLang="en-US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98E8E2-CD19-4C0C-A727-A0A671639E9D}" type="slidenum">
              <a:rPr lang="ko-KR" altLang="en-US">
                <a:solidFill>
                  <a:prstClr val="white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43829844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비교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365139"/>
            <a:ext cx="10515600" cy="1325563"/>
          </a:xfrm>
        </p:spPr>
        <p:txBody>
          <a:bodyPr/>
          <a:lstStyle/>
          <a:p>
            <a:pPr lvl="0"/>
            <a:r>
              <a:rPr lang="ko-KR" altLang="en-US"/>
              <a:t>마스터 제목 스타일 편집</a:t>
            </a:r>
            <a:endParaRPr lang="en-US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93" y="1681163"/>
            <a:ext cx="5157787" cy="823912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254" indent="0">
              <a:buNone/>
              <a:defRPr sz="2667" b="1"/>
            </a:lvl2pPr>
            <a:lvl3pPr marL="1218517" indent="0">
              <a:buNone/>
              <a:defRPr sz="2400" b="1"/>
            </a:lvl3pPr>
            <a:lvl4pPr marL="1827779" indent="0">
              <a:buNone/>
              <a:defRPr sz="2133" b="1"/>
            </a:lvl4pPr>
            <a:lvl5pPr marL="2437038" indent="0">
              <a:buNone/>
              <a:defRPr sz="2133" b="1"/>
            </a:lvl5pPr>
            <a:lvl6pPr marL="3046292" indent="0">
              <a:buNone/>
              <a:defRPr sz="2133" b="1"/>
            </a:lvl6pPr>
            <a:lvl7pPr marL="3655551" indent="0">
              <a:buNone/>
              <a:defRPr sz="2133" b="1"/>
            </a:lvl7pPr>
            <a:lvl8pPr marL="4264805" indent="0">
              <a:buNone/>
              <a:defRPr sz="2133" b="1"/>
            </a:lvl8pPr>
            <a:lvl9pPr marL="4874070" indent="0">
              <a:buNone/>
              <a:defRPr sz="2133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93" y="2505076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alt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19" y="1681163"/>
            <a:ext cx="5183188" cy="823912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254" indent="0">
              <a:buNone/>
              <a:defRPr sz="2667" b="1"/>
            </a:lvl2pPr>
            <a:lvl3pPr marL="1218517" indent="0">
              <a:buNone/>
              <a:defRPr sz="2400" b="1"/>
            </a:lvl3pPr>
            <a:lvl4pPr marL="1827779" indent="0">
              <a:buNone/>
              <a:defRPr sz="2133" b="1"/>
            </a:lvl4pPr>
            <a:lvl5pPr marL="2437038" indent="0">
              <a:buNone/>
              <a:defRPr sz="2133" b="1"/>
            </a:lvl5pPr>
            <a:lvl6pPr marL="3046292" indent="0">
              <a:buNone/>
              <a:defRPr sz="2133" b="1"/>
            </a:lvl6pPr>
            <a:lvl7pPr marL="3655551" indent="0">
              <a:buNone/>
              <a:defRPr sz="2133" b="1"/>
            </a:lvl7pPr>
            <a:lvl8pPr marL="4264805" indent="0">
              <a:buNone/>
              <a:defRPr sz="2133" b="1"/>
            </a:lvl8pPr>
            <a:lvl9pPr marL="4874070" indent="0">
              <a:buNone/>
              <a:defRPr sz="2133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19" y="2505076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alt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85BDD-300B-4081-AB00-41C1DA8B159A}" type="datetimeFigureOut">
              <a:rPr lang="ko-KR" altLang="en-US">
                <a:solidFill>
                  <a:prstClr val="white">
                    <a:tint val="75000"/>
                  </a:prstClr>
                </a:solidFill>
              </a:rPr>
              <a:pPr/>
              <a:t>2026-08-29</a:t>
            </a:fld>
            <a:endParaRPr lang="ko-KR" altLang="en-US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98E8E2-CD19-4C0C-A727-A0A671639E9D}" type="slidenum">
              <a:rPr lang="ko-KR" altLang="en-US">
                <a:solidFill>
                  <a:prstClr val="white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2845750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만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ko-KR" altLang="en-US"/>
              <a:t>마스터 제목 스타일 편집</a:t>
            </a:r>
            <a:endParaRPr lang="en-US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85BDD-300B-4081-AB00-41C1DA8B159A}" type="datetimeFigureOut">
              <a:rPr lang="ko-KR" altLang="en-US">
                <a:solidFill>
                  <a:prstClr val="white">
                    <a:tint val="75000"/>
                  </a:prstClr>
                </a:solidFill>
              </a:rPr>
              <a:pPr/>
              <a:t>2026-08-29</a:t>
            </a:fld>
            <a:endParaRPr lang="ko-KR" altLang="en-US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98E8E2-CD19-4C0C-A727-A0A671639E9D}" type="slidenum">
              <a:rPr lang="ko-KR" altLang="en-US">
                <a:solidFill>
                  <a:prstClr val="white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9162936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빈 화면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85BDD-300B-4081-AB00-41C1DA8B159A}" type="datetimeFigureOut">
              <a:rPr lang="ko-KR" altLang="en-US">
                <a:solidFill>
                  <a:prstClr val="white">
                    <a:tint val="75000"/>
                  </a:prstClr>
                </a:solidFill>
              </a:rPr>
              <a:pPr/>
              <a:t>2026-08-29</a:t>
            </a:fld>
            <a:endParaRPr lang="ko-KR" altLang="en-US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98E8E2-CD19-4C0C-A727-A0A671639E9D}" type="slidenum">
              <a:rPr lang="ko-KR" altLang="en-US">
                <a:solidFill>
                  <a:prstClr val="white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13867859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콘텐츠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91" y="457200"/>
            <a:ext cx="3932236" cy="1600200"/>
          </a:xfrm>
        </p:spPr>
        <p:txBody>
          <a:bodyPr anchor="b"/>
          <a:lstStyle>
            <a:lvl1pPr>
              <a:defRPr sz="4267"/>
            </a:lvl1pPr>
          </a:lstStyle>
          <a:p>
            <a:pPr lvl="0"/>
            <a:r>
              <a:rPr lang="ko-KR" altLang="en-US"/>
              <a:t>마스터 제목 스타일 편집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90" y="988195"/>
            <a:ext cx="6172201" cy="4873625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alt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91" y="2057403"/>
            <a:ext cx="3932236" cy="3811588"/>
          </a:xfrm>
        </p:spPr>
        <p:txBody>
          <a:bodyPr/>
          <a:lstStyle>
            <a:lvl1pPr marL="0" indent="0">
              <a:buNone/>
              <a:defRPr sz="2133"/>
            </a:lvl1pPr>
            <a:lvl2pPr marL="609254" indent="0">
              <a:buNone/>
              <a:defRPr sz="1867"/>
            </a:lvl2pPr>
            <a:lvl3pPr marL="1218517" indent="0">
              <a:buNone/>
              <a:defRPr sz="1600"/>
            </a:lvl3pPr>
            <a:lvl4pPr marL="1827779" indent="0">
              <a:buNone/>
              <a:defRPr sz="1333"/>
            </a:lvl4pPr>
            <a:lvl5pPr marL="2437038" indent="0">
              <a:buNone/>
              <a:defRPr sz="1333"/>
            </a:lvl5pPr>
            <a:lvl6pPr marL="3046292" indent="0">
              <a:buNone/>
              <a:defRPr sz="1333"/>
            </a:lvl6pPr>
            <a:lvl7pPr marL="3655551" indent="0">
              <a:buNone/>
              <a:defRPr sz="1333"/>
            </a:lvl7pPr>
            <a:lvl8pPr marL="4264805" indent="0">
              <a:buNone/>
              <a:defRPr sz="1333"/>
            </a:lvl8pPr>
            <a:lvl9pPr marL="4874070" indent="0">
              <a:buNone/>
              <a:defRPr sz="1333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85BDD-300B-4081-AB00-41C1DA8B159A}" type="datetimeFigureOut">
              <a:rPr lang="ko-KR" altLang="en-US">
                <a:solidFill>
                  <a:prstClr val="white">
                    <a:tint val="75000"/>
                  </a:prstClr>
                </a:solidFill>
              </a:rPr>
              <a:pPr/>
              <a:t>2026-08-29</a:t>
            </a:fld>
            <a:endParaRPr lang="ko-KR" altLang="en-US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98E8E2-CD19-4C0C-A727-A0A671639E9D}" type="slidenum">
              <a:rPr lang="ko-KR" altLang="en-US">
                <a:solidFill>
                  <a:prstClr val="white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8849017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그림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91" y="457200"/>
            <a:ext cx="3932236" cy="1600200"/>
          </a:xfrm>
        </p:spPr>
        <p:txBody>
          <a:bodyPr anchor="b"/>
          <a:lstStyle>
            <a:lvl1pPr>
              <a:defRPr sz="4267"/>
            </a:lvl1pPr>
          </a:lstStyle>
          <a:p>
            <a:pPr lvl="0"/>
            <a:r>
              <a:rPr lang="ko-KR" altLang="en-US"/>
              <a:t>마스터 제목 스타일 편집</a:t>
            </a:r>
            <a:endParaRPr lang="en-US" altLang="en-US"/>
          </a:p>
        </p:txBody>
      </p:sp>
      <p:sp>
        <p:nvSpPr>
          <p:cNvPr id="3" name="Picture Placeholder 2"/>
          <p:cNvSpPr>
            <a:spLocks noGrp="1" noChangeAspect="1" noTextEdit="1"/>
          </p:cNvSpPr>
          <p:nvPr>
            <p:ph type="pic" idx="1"/>
          </p:nvPr>
        </p:nvSpPr>
        <p:spPr>
          <a:xfrm>
            <a:off x="5183190" y="988195"/>
            <a:ext cx="6172201" cy="4873625"/>
          </a:xfrm>
        </p:spPr>
        <p:txBody>
          <a:bodyPr anchor="t"/>
          <a:lstStyle>
            <a:lvl1pPr marL="0" indent="0">
              <a:buNone/>
              <a:defRPr sz="4267"/>
            </a:lvl1pPr>
            <a:lvl2pPr marL="609254" indent="0">
              <a:buNone/>
              <a:defRPr sz="3733"/>
            </a:lvl2pPr>
            <a:lvl3pPr marL="1218517" indent="0">
              <a:buNone/>
              <a:defRPr sz="3200"/>
            </a:lvl3pPr>
            <a:lvl4pPr marL="1827779" indent="0">
              <a:buNone/>
              <a:defRPr sz="2667"/>
            </a:lvl4pPr>
            <a:lvl5pPr marL="2437038" indent="0">
              <a:buNone/>
              <a:defRPr sz="2667"/>
            </a:lvl5pPr>
            <a:lvl6pPr marL="3046292" indent="0">
              <a:buNone/>
              <a:defRPr sz="2667"/>
            </a:lvl6pPr>
            <a:lvl7pPr marL="3655551" indent="0">
              <a:buNone/>
              <a:defRPr sz="2667"/>
            </a:lvl7pPr>
            <a:lvl8pPr marL="4264805" indent="0">
              <a:buNone/>
              <a:defRPr sz="2667"/>
            </a:lvl8pPr>
            <a:lvl9pPr marL="4874070" indent="0">
              <a:buNone/>
              <a:defRPr sz="2667"/>
            </a:lvl9pPr>
          </a:lstStyle>
          <a:p>
            <a:pPr lvl="0"/>
            <a:r>
              <a:rPr lang="ko-KR" altLang="en-US"/>
              <a:t>그림을 추가하려면 아이콘을 클릭하십시오</a:t>
            </a:r>
            <a:endParaRPr lang="en-US" alt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91" y="2057403"/>
            <a:ext cx="3932236" cy="3811588"/>
          </a:xfrm>
        </p:spPr>
        <p:txBody>
          <a:bodyPr/>
          <a:lstStyle>
            <a:lvl1pPr marL="0" indent="0">
              <a:buNone/>
              <a:defRPr sz="2133"/>
            </a:lvl1pPr>
            <a:lvl2pPr marL="609254" indent="0">
              <a:buNone/>
              <a:defRPr sz="1867"/>
            </a:lvl2pPr>
            <a:lvl3pPr marL="1218517" indent="0">
              <a:buNone/>
              <a:defRPr sz="1600"/>
            </a:lvl3pPr>
            <a:lvl4pPr marL="1827779" indent="0">
              <a:buNone/>
              <a:defRPr sz="1333"/>
            </a:lvl4pPr>
            <a:lvl5pPr marL="2437038" indent="0">
              <a:buNone/>
              <a:defRPr sz="1333"/>
            </a:lvl5pPr>
            <a:lvl6pPr marL="3046292" indent="0">
              <a:buNone/>
              <a:defRPr sz="1333"/>
            </a:lvl6pPr>
            <a:lvl7pPr marL="3655551" indent="0">
              <a:buNone/>
              <a:defRPr sz="1333"/>
            </a:lvl7pPr>
            <a:lvl8pPr marL="4264805" indent="0">
              <a:buNone/>
              <a:defRPr sz="1333"/>
            </a:lvl8pPr>
            <a:lvl9pPr marL="4874070" indent="0">
              <a:buNone/>
              <a:defRPr sz="1333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85BDD-300B-4081-AB00-41C1DA8B159A}" type="datetimeFigureOut">
              <a:rPr lang="ko-KR" altLang="en-US">
                <a:solidFill>
                  <a:prstClr val="white">
                    <a:tint val="75000"/>
                  </a:prstClr>
                </a:solidFill>
              </a:rPr>
              <a:pPr/>
              <a:t>2026-08-29</a:t>
            </a:fld>
            <a:endParaRPr lang="ko-KR" altLang="en-US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98E8E2-CD19-4C0C-A727-A0A671639E9D}" type="slidenum">
              <a:rPr lang="ko-KR" altLang="en-US">
                <a:solidFill>
                  <a:prstClr val="white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55506792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세로 텍스트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ko-KR" altLang="en-US"/>
              <a:t>마스터 제목 스타일 편집</a:t>
            </a:r>
            <a:endParaRPr lang="en-US" alt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85BDD-300B-4081-AB00-41C1DA8B159A}" type="datetimeFigureOut">
              <a:rPr lang="ko-KR" altLang="en-US">
                <a:solidFill>
                  <a:prstClr val="white">
                    <a:tint val="75000"/>
                  </a:prstClr>
                </a:solidFill>
              </a:rPr>
              <a:pPr/>
              <a:t>2026-08-29</a:t>
            </a:fld>
            <a:endParaRPr lang="ko-KR" altLang="en-US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98E8E2-CD19-4C0C-A727-A0A671639E9D}" type="slidenum">
              <a:rPr lang="ko-KR" altLang="en-US">
                <a:solidFill>
                  <a:prstClr val="white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52270486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세로 제목 및 텍스트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3" y="365898"/>
            <a:ext cx="2628900" cy="5811839"/>
          </a:xfrm>
        </p:spPr>
        <p:txBody>
          <a:bodyPr vert="eaVert"/>
          <a:lstStyle/>
          <a:p>
            <a:pPr lvl="0"/>
            <a:r>
              <a:rPr lang="ko-KR" altLang="en-US"/>
              <a:t>마스터 제목 스타일 편집</a:t>
            </a:r>
            <a:endParaRPr lang="en-US" alt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60" y="365898"/>
            <a:ext cx="7734300" cy="5811839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85BDD-300B-4081-AB00-41C1DA8B159A}" type="datetimeFigureOut">
              <a:rPr lang="ko-KR" altLang="en-US">
                <a:solidFill>
                  <a:prstClr val="white">
                    <a:tint val="75000"/>
                  </a:prstClr>
                </a:solidFill>
              </a:rPr>
              <a:pPr/>
              <a:t>2026-08-29</a:t>
            </a:fld>
            <a:endParaRPr lang="ko-KR" altLang="en-US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98E8E2-CD19-4C0C-A727-A0A671639E9D}" type="slidenum">
              <a:rPr lang="ko-KR" altLang="en-US">
                <a:solidFill>
                  <a:prstClr val="white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102063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내용 4개" type="fourObj" preserve="1">
  <p:cSld name="제목 및 내용 4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>
          <a:xfrm>
            <a:off x="609875" y="2134578"/>
            <a:ext cx="5387236" cy="2929335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quarter" idx="2"/>
          </p:nvPr>
        </p:nvSpPr>
        <p:spPr>
          <a:xfrm>
            <a:off x="6200402" y="2134578"/>
            <a:ext cx="5387236" cy="2929335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내용 개체 틀 4"/>
          <p:cNvSpPr>
            <a:spLocks noGrp="1"/>
          </p:cNvSpPr>
          <p:nvPr>
            <p:ph sz="quarter" idx="3"/>
          </p:nvPr>
        </p:nvSpPr>
        <p:spPr>
          <a:xfrm>
            <a:off x="608313" y="5314721"/>
            <a:ext cx="5387236" cy="2929335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98841" y="5314721"/>
            <a:ext cx="5387236" cy="2929335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3"/>
          <p:cNvSpPr>
            <a:spLocks noGrp="1"/>
          </p:cNvSpPr>
          <p:nvPr>
            <p:ph type="dt" sz="half" idx="10"/>
          </p:nvPr>
        </p:nvSpPr>
        <p:spPr>
          <a:xfrm>
            <a:off x="609870" y="8330750"/>
            <a:ext cx="2846101" cy="635253"/>
          </a:xfrm>
          <a:noFill/>
          <a:ln w="25400" cap="flat" cmpd="sng" algn="ctr">
            <a:noFill/>
            <a:prstDash val="solid"/>
            <a:round/>
          </a:ln>
        </p:spPr>
        <p:txBody>
          <a:bodyPr/>
          <a:lstStyle/>
          <a:p>
            <a:fld id="{5ACE7E28-9336-4363-8674-B91477D8F243}" type="datetime1">
              <a:rPr lang="ko-KR" altLang="ko-KR" b="0" i="0">
                <a:solidFill>
                  <a:schemeClr val="tx1"/>
                </a:solidFill>
              </a:rPr>
              <a:pPr/>
              <a:t>2026-08-29</a:t>
            </a:fld>
            <a:endParaRPr lang="ko-KR" altLang="ko-KR" b="0" i="0">
              <a:solidFill>
                <a:schemeClr val="tx1"/>
              </a:solidFill>
            </a:endParaRPr>
          </a:p>
        </p:txBody>
      </p:sp>
      <p:sp>
        <p:nvSpPr>
          <p:cNvPr id="8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4167462" y="8330750"/>
            <a:ext cx="3862597" cy="635253"/>
          </a:xfrm>
          <a:noFill/>
          <a:ln w="25400" cap="flat" cmpd="sng" algn="ctr">
            <a:noFill/>
            <a:prstDash val="solid"/>
            <a:round/>
          </a:ln>
        </p:spPr>
        <p:txBody>
          <a:bodyPr vert="horz" wrap="square" lIns="89994" tIns="46783" rIns="89994" bIns="46783" anchor="t"/>
          <a:lstStyle/>
          <a:p>
            <a:pPr defTabSz="1440180">
              <a:spcBef>
                <a:spcPct val="0"/>
              </a:spcBef>
              <a:spcAft>
                <a:spcPct val="0"/>
              </a:spcAft>
              <a:buClr>
                <a:srgbClr val="000000">
                  <a:alpha val="100000"/>
                </a:srgbClr>
              </a:buClr>
              <a:buSzPct val="100000"/>
            </a:pPr>
            <a:r>
              <a:rPr lang="ko-KR" altLang="en-US" sz="1867" spc="7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9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8741545" y="8330750"/>
            <a:ext cx="2846101" cy="635253"/>
          </a:xfrm>
          <a:noFill/>
          <a:ln w="25400" cap="flat" cmpd="sng" algn="ctr">
            <a:noFill/>
            <a:prstDash val="solid"/>
            <a:round/>
          </a:ln>
        </p:spPr>
        <p:txBody>
          <a:bodyPr vert="horz" wrap="square" lIns="89994" tIns="46783" rIns="89994" bIns="46783" anchor="t"/>
          <a:lstStyle/>
          <a:p>
            <a:pPr defTabSz="1440180">
              <a:spcBef>
                <a:spcPct val="0"/>
              </a:spcBef>
              <a:spcAft>
                <a:spcPct val="0"/>
              </a:spcAft>
              <a:buClr>
                <a:srgbClr val="000000">
                  <a:alpha val="100000"/>
                </a:srgbClr>
              </a:buClr>
              <a:buSzPct val="100000"/>
            </a:pPr>
            <a:r>
              <a:rPr lang="ko-KR" altLang="en-US" sz="1867" spc="7">
                <a:solidFill>
                  <a:schemeClr val="tx1"/>
                </a:solidFill>
              </a:rPr>
              <a:t>&lt;#&gt; </a:t>
            </a:r>
          </a:p>
        </p:txBody>
      </p:sp>
    </p:spTree>
    <p:extLst>
      <p:ext uri="{BB962C8B-B14F-4D97-AF65-F5344CB8AC3E}">
        <p14:creationId xmlns:p14="http://schemas.microsoft.com/office/powerpoint/2010/main" val="8701672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slideLayout" Target="../slideLayouts/slideLayout34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2.xml"/><Relationship Id="rId3" Type="http://schemas.openxmlformats.org/officeDocument/2006/relationships/slideLayout" Target="../slideLayouts/slideLayout37.xml"/><Relationship Id="rId7" Type="http://schemas.openxmlformats.org/officeDocument/2006/relationships/slideLayout" Target="../slideLayouts/slideLayout41.xml"/><Relationship Id="rId2" Type="http://schemas.openxmlformats.org/officeDocument/2006/relationships/slideLayout" Target="../slideLayouts/slideLayout36.xml"/><Relationship Id="rId1" Type="http://schemas.openxmlformats.org/officeDocument/2006/relationships/slideLayout" Target="../slideLayouts/slideLayout35.xml"/><Relationship Id="rId6" Type="http://schemas.openxmlformats.org/officeDocument/2006/relationships/slideLayout" Target="../slideLayouts/slideLayout40.xml"/><Relationship Id="rId5" Type="http://schemas.openxmlformats.org/officeDocument/2006/relationships/slideLayout" Target="../slideLayouts/slideLayout39.xml"/><Relationship Id="rId4" Type="http://schemas.openxmlformats.org/officeDocument/2006/relationships/slideLayout" Target="../slideLayouts/slideLayout38.xml"/><Relationship Id="rId9" Type="http://schemas.openxmlformats.org/officeDocument/2006/relationships/theme" Target="../theme/theme4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0.xml"/><Relationship Id="rId13" Type="http://schemas.openxmlformats.org/officeDocument/2006/relationships/theme" Target="../theme/theme5.xml"/><Relationship Id="rId3" Type="http://schemas.openxmlformats.org/officeDocument/2006/relationships/slideLayout" Target="../slideLayouts/slideLayout45.xml"/><Relationship Id="rId7" Type="http://schemas.openxmlformats.org/officeDocument/2006/relationships/slideLayout" Target="../slideLayouts/slideLayout49.xml"/><Relationship Id="rId12" Type="http://schemas.openxmlformats.org/officeDocument/2006/relationships/slideLayout" Target="../slideLayouts/slideLayout54.xml"/><Relationship Id="rId2" Type="http://schemas.openxmlformats.org/officeDocument/2006/relationships/slideLayout" Target="../slideLayouts/slideLayout44.xml"/><Relationship Id="rId1" Type="http://schemas.openxmlformats.org/officeDocument/2006/relationships/slideLayout" Target="../slideLayouts/slideLayout43.xml"/><Relationship Id="rId6" Type="http://schemas.openxmlformats.org/officeDocument/2006/relationships/slideLayout" Target="../slideLayouts/slideLayout48.xml"/><Relationship Id="rId11" Type="http://schemas.openxmlformats.org/officeDocument/2006/relationships/slideLayout" Target="../slideLayouts/slideLayout53.xml"/><Relationship Id="rId5" Type="http://schemas.openxmlformats.org/officeDocument/2006/relationships/slideLayout" Target="../slideLayouts/slideLayout47.xml"/><Relationship Id="rId10" Type="http://schemas.openxmlformats.org/officeDocument/2006/relationships/slideLayout" Target="../slideLayouts/slideLayout52.xml"/><Relationship Id="rId4" Type="http://schemas.openxmlformats.org/officeDocument/2006/relationships/slideLayout" Target="../slideLayouts/slideLayout46.xml"/><Relationship Id="rId9" Type="http://schemas.openxmlformats.org/officeDocument/2006/relationships/slideLayout" Target="../slideLayouts/slideLayout5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22D86A-5F52-4165-8473-F1B836277586}" type="datetime1">
              <a:rPr lang="ko-KR" altLang="en-US" smtClean="0"/>
              <a:pPr/>
              <a:t>2026-08-29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4866109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B14175BA-171B-2EAB-BCC0-5D21BBFDDC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215F2C6-768E-12DF-764E-18754EA9FD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A61C080-0194-A4A8-9E98-1589076077E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5E05BA-16D2-422B-8E90-7628DA81E302}" type="datetimeFigureOut">
              <a:rPr lang="ko-KR" altLang="en-US" smtClean="0"/>
              <a:t>2026-08-29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253446A-1BAC-0A98-6BC7-4D4784EE8C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FE92C9C-038D-6E3C-A3DD-5F322D1B1B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7E48E5-8986-44CA-BE17-DD52CF94B6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625379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85EAEB-0B0B-454C-923F-AE8FBC8EABCC}" type="datetimeFigureOut">
              <a:rPr lang="ko-KR" altLang="en-US" smtClean="0"/>
              <a:t>2026-08-29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C9B534-284D-4412-B443-B72A3245F7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519060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8" r:id="rId1"/>
    <p:sldLayoutId id="2147483699" r:id="rId2"/>
    <p:sldLayoutId id="2147483700" r:id="rId3"/>
    <p:sldLayoutId id="2147483701" r:id="rId4"/>
    <p:sldLayoutId id="2147483702" r:id="rId5"/>
    <p:sldLayoutId id="2147483703" r:id="rId6"/>
    <p:sldLayoutId id="2147483704" r:id="rId7"/>
    <p:sldLayoutId id="2147483705" r:id="rId8"/>
    <p:sldLayoutId id="2147483706" r:id="rId9"/>
    <p:sldLayoutId id="2147483707" r:id="rId10"/>
    <p:sldLayoutId id="2147483708" r:id="rId11"/>
    <p:sldLayoutId id="2147483709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Shape"/>
          <p:cNvSpPr>
            <a:spLocks noGrp="1"/>
          </p:cNvSpPr>
          <p:nvPr>
            <p:ph type="title"/>
          </p:nvPr>
        </p:nvSpPr>
        <p:spPr>
          <a:xfrm>
            <a:off x="609600" y="274321"/>
            <a:ext cx="10972800" cy="1143635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pPr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1028" name="Shape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6280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defRPr/>
            </a:pPr>
            <a:r>
              <a:rPr lang="ko-KR" altLang="en-US"/>
              <a:t>마스터 텍스트 스타일을 편집하십시오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1029" name="Shape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l" defTabSz="914377" rtl="0" latinLnBrk="0">
              <a:lnSpc>
                <a:spcPct val="100000"/>
              </a:lnSpc>
              <a:defRPr lang="ko-KR" altLang="en-US" sz="1200" b="0" i="0" u="none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782C85C9-EEE5-0027-7680-432BC928E7EA}" type="datetime1">
              <a:rPr lang="ko-KR" altLang="en-US"/>
              <a:pPr>
                <a:defRPr/>
              </a:pPr>
              <a:t>2026-08-29</a:t>
            </a:fld>
            <a:endParaRPr lang="ko-KR" altLang="en-US"/>
          </a:p>
        </p:txBody>
      </p:sp>
      <p:sp>
        <p:nvSpPr>
          <p:cNvPr id="1030" name="Shape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 defTabSz="914377" rtl="0" latinLnBrk="0">
              <a:lnSpc>
                <a:spcPct val="100000"/>
              </a:lnSpc>
              <a:defRPr lang="ko-KR" altLang="en-US" sz="1200" b="0" i="0" u="none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1031" name="Shape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r" defTabSz="914377" rtl="0" latinLnBrk="0">
              <a:lnSpc>
                <a:spcPct val="100000"/>
              </a:lnSpc>
              <a:defRPr lang="ko-KR" altLang="en-US" sz="1200" b="0" i="0" u="none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54078BFA-06F5-D44E-6A20-FA81DF57C5E2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329841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1" r:id="rId1"/>
    <p:sldLayoutId id="2147483712" r:id="rId2"/>
    <p:sldLayoutId id="2147483713" r:id="rId3"/>
    <p:sldLayoutId id="2147483714" r:id="rId4"/>
    <p:sldLayoutId id="2147483715" r:id="rId5"/>
    <p:sldLayoutId id="2147483716" r:id="rId6"/>
    <p:sldLayoutId id="2147483717" r:id="rId7"/>
    <p:sldLayoutId id="2147483718" r:id="rId8"/>
  </p:sldLayoutIdLst>
  <p:transition/>
  <p:txStyles>
    <p:titleStyle>
      <a:lvl1pPr marL="0" indent="0" algn="ctr" defTabSz="914377" rtl="0" latinLnBrk="0">
        <a:lnSpc>
          <a:spcPct val="100000"/>
        </a:lnSpc>
        <a:spcBef>
          <a:spcPct val="0"/>
        </a:spcBef>
        <a:buNone/>
        <a:defRPr lang="ko-KR" altLang="en-US" sz="4400" b="0" i="0" u="none" smtClean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891" indent="-342891" algn="l" defTabSz="914377" rtl="0" latinLnBrk="0">
        <a:lnSpc>
          <a:spcPct val="100000"/>
        </a:lnSpc>
        <a:spcBef>
          <a:spcPct val="20000"/>
        </a:spcBef>
        <a:buFont typeface="Arial"/>
        <a:buChar char="•"/>
        <a:defRPr lang="ko-KR" altLang="en-US" sz="3200" b="0" i="0" u="none" smtClean="0">
          <a:solidFill>
            <a:schemeClr val="tx1"/>
          </a:solidFill>
          <a:latin typeface="+mn-lt"/>
          <a:ea typeface="+mn-ea"/>
          <a:cs typeface="+mn-cs"/>
        </a:defRPr>
      </a:lvl1pPr>
      <a:lvl2pPr marL="742932" lvl="1" indent="-285744" algn="l" defTabSz="914377" rtl="0" latinLnBrk="0">
        <a:lnSpc>
          <a:spcPct val="100000"/>
        </a:lnSpc>
        <a:spcBef>
          <a:spcPct val="20000"/>
        </a:spcBef>
        <a:buFont typeface="Arial"/>
        <a:buChar char="–"/>
        <a:defRPr lang="ko-KR" altLang="en-US" sz="2800" b="0" i="0" u="none" smtClean="0">
          <a:solidFill>
            <a:schemeClr val="tx1"/>
          </a:solidFill>
          <a:latin typeface="+mn-lt"/>
          <a:ea typeface="+mn-ea"/>
          <a:cs typeface="+mn-cs"/>
        </a:defRPr>
      </a:lvl2pPr>
      <a:lvl3pPr marL="1142971" lvl="2" indent="-228594" algn="l" defTabSz="914377" rtl="0" latinLnBrk="0">
        <a:lnSpc>
          <a:spcPct val="100000"/>
        </a:lnSpc>
        <a:spcBef>
          <a:spcPct val="20000"/>
        </a:spcBef>
        <a:buFont typeface="Arial"/>
        <a:buChar char="•"/>
        <a:defRPr lang="ko-KR" altLang="en-US" sz="2400" b="0" i="0" u="none" smtClean="0">
          <a:solidFill>
            <a:schemeClr val="tx1"/>
          </a:solidFill>
          <a:latin typeface="+mn-lt"/>
          <a:ea typeface="+mn-ea"/>
          <a:cs typeface="+mn-cs"/>
        </a:defRPr>
      </a:lvl3pPr>
      <a:lvl4pPr marL="1600160" lvl="3" indent="-228594" algn="l" defTabSz="914377" rtl="0" latinLnBrk="0">
        <a:lnSpc>
          <a:spcPct val="100000"/>
        </a:lnSpc>
        <a:spcBef>
          <a:spcPct val="20000"/>
        </a:spcBef>
        <a:buFont typeface="Arial"/>
        <a:buChar char="–"/>
        <a:defRPr lang="ko-KR" altLang="en-US" sz="2000" b="0" i="0" u="none" smtClean="0">
          <a:solidFill>
            <a:schemeClr val="tx1"/>
          </a:solidFill>
          <a:latin typeface="+mn-lt"/>
          <a:ea typeface="+mn-ea"/>
          <a:cs typeface="+mn-cs"/>
        </a:defRPr>
      </a:lvl4pPr>
      <a:lvl5pPr marL="2057349" lvl="4" indent="-228594" algn="l" defTabSz="914377" rtl="0" latinLnBrk="0">
        <a:lnSpc>
          <a:spcPct val="100000"/>
        </a:lnSpc>
        <a:spcBef>
          <a:spcPct val="20000"/>
        </a:spcBef>
        <a:buFont typeface="Arial"/>
        <a:buChar char="»"/>
        <a:defRPr lang="ko-KR" altLang="en-US" sz="2000" b="0" i="0" u="none" smtClean="0">
          <a:solidFill>
            <a:schemeClr val="tx1"/>
          </a:solidFill>
          <a:latin typeface="+mn-lt"/>
          <a:ea typeface="+mn-ea"/>
          <a:cs typeface="+mn-cs"/>
        </a:defRPr>
      </a:lvl5pPr>
      <a:lvl6pPr marL="2514537" lvl="5" indent="-228594" algn="l" defTabSz="914377" rtl="0" latinLnBrk="0">
        <a:lnSpc>
          <a:spcPct val="100000"/>
        </a:lnSpc>
        <a:spcBef>
          <a:spcPct val="20000"/>
        </a:spcBef>
        <a:buFont typeface="Arial"/>
        <a:buChar char="•"/>
        <a:defRPr lang="ko-KR" altLang="en-US" sz="2000" b="0" i="0" u="none" smtClean="0">
          <a:solidFill>
            <a:schemeClr val="tx1"/>
          </a:solidFill>
          <a:latin typeface="+mn-lt"/>
          <a:ea typeface="+mn-ea"/>
          <a:cs typeface="+mn-cs"/>
        </a:defRPr>
      </a:lvl6pPr>
      <a:lvl7pPr marL="2971726" lvl="6" indent="-228594" algn="l" defTabSz="914377" rtl="0" latinLnBrk="0">
        <a:lnSpc>
          <a:spcPct val="100000"/>
        </a:lnSpc>
        <a:spcBef>
          <a:spcPct val="20000"/>
        </a:spcBef>
        <a:buFont typeface="Arial"/>
        <a:buChar char="•"/>
        <a:defRPr lang="ko-KR" altLang="en-US" sz="2000" b="0" i="0" u="none" smtClean="0">
          <a:solidFill>
            <a:schemeClr val="tx1"/>
          </a:solidFill>
          <a:latin typeface="+mn-lt"/>
          <a:ea typeface="+mn-ea"/>
          <a:cs typeface="+mn-cs"/>
        </a:defRPr>
      </a:lvl7pPr>
      <a:lvl8pPr marL="3428914" lvl="7" indent="-228594" algn="l" defTabSz="914377" rtl="0" latinLnBrk="0">
        <a:lnSpc>
          <a:spcPct val="100000"/>
        </a:lnSpc>
        <a:spcBef>
          <a:spcPct val="20000"/>
        </a:spcBef>
        <a:buFont typeface="Arial"/>
        <a:buChar char="•"/>
        <a:defRPr lang="ko-KR" altLang="en-US" sz="2000" b="0" i="0" u="none" smtClean="0">
          <a:solidFill>
            <a:schemeClr val="tx1"/>
          </a:solidFill>
          <a:latin typeface="+mn-lt"/>
          <a:ea typeface="+mn-ea"/>
          <a:cs typeface="+mn-cs"/>
        </a:defRPr>
      </a:lvl8pPr>
      <a:lvl9pPr marL="3886103" lvl="8" indent="-228594" algn="l" defTabSz="914377" rtl="0" latinLnBrk="0">
        <a:lnSpc>
          <a:spcPct val="100000"/>
        </a:lnSpc>
        <a:spcBef>
          <a:spcPct val="20000"/>
        </a:spcBef>
        <a:buFont typeface="Arial"/>
        <a:buChar char="•"/>
        <a:defRPr lang="ko-KR" altLang="en-US" sz="2000" b="0" i="0" u="none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indent="0" algn="l" defTabSz="914377" rtl="0" latinLnBrk="0">
        <a:lnSpc>
          <a:spcPct val="100000"/>
        </a:lnSpc>
        <a:defRPr lang="ko-KR" altLang="en-US" sz="1800" b="0" i="0" u="none" smtClean="0">
          <a:solidFill>
            <a:schemeClr val="tx1"/>
          </a:solidFill>
          <a:latin typeface="+mn-lt"/>
          <a:ea typeface="+mn-ea"/>
          <a:cs typeface="+mn-cs"/>
        </a:defRPr>
      </a:lvl1pPr>
      <a:lvl2pPr marL="457189" lvl="1" indent="0" algn="l" defTabSz="914377" rtl="0" latinLnBrk="0">
        <a:lnSpc>
          <a:spcPct val="100000"/>
        </a:lnSpc>
        <a:defRPr lang="ko-KR" altLang="en-US" sz="1800" b="0" i="0" u="none" smtClean="0">
          <a:solidFill>
            <a:schemeClr val="tx1"/>
          </a:solidFill>
          <a:latin typeface="+mn-lt"/>
          <a:ea typeface="+mn-ea"/>
          <a:cs typeface="+mn-cs"/>
        </a:defRPr>
      </a:lvl2pPr>
      <a:lvl3pPr marL="914377" lvl="2" indent="0" algn="l" defTabSz="914377" rtl="0" latinLnBrk="0">
        <a:lnSpc>
          <a:spcPct val="100000"/>
        </a:lnSpc>
        <a:defRPr lang="ko-KR" altLang="en-US" sz="1800" b="0" i="0" u="none" smtClean="0">
          <a:solidFill>
            <a:schemeClr val="tx1"/>
          </a:solidFill>
          <a:latin typeface="+mn-lt"/>
          <a:ea typeface="+mn-ea"/>
          <a:cs typeface="+mn-cs"/>
        </a:defRPr>
      </a:lvl3pPr>
      <a:lvl4pPr marL="1371566" lvl="3" indent="0" algn="l" defTabSz="914377" rtl="0" latinLnBrk="0">
        <a:lnSpc>
          <a:spcPct val="100000"/>
        </a:lnSpc>
        <a:defRPr lang="ko-KR" altLang="en-US" sz="1800" b="0" i="0" u="none" smtClean="0">
          <a:solidFill>
            <a:schemeClr val="tx1"/>
          </a:solidFill>
          <a:latin typeface="+mn-lt"/>
          <a:ea typeface="+mn-ea"/>
          <a:cs typeface="+mn-cs"/>
        </a:defRPr>
      </a:lvl4pPr>
      <a:lvl5pPr marL="1828754" lvl="4" indent="0" algn="l" defTabSz="914377" rtl="0" latinLnBrk="0">
        <a:lnSpc>
          <a:spcPct val="100000"/>
        </a:lnSpc>
        <a:defRPr lang="ko-KR" altLang="en-US" sz="1800" b="0" i="0" u="none" smtClean="0">
          <a:solidFill>
            <a:schemeClr val="tx1"/>
          </a:solidFill>
          <a:latin typeface="+mn-lt"/>
          <a:ea typeface="+mn-ea"/>
          <a:cs typeface="+mn-cs"/>
        </a:defRPr>
      </a:lvl5pPr>
      <a:lvl6pPr marL="2285943" lvl="5" indent="0" algn="l" defTabSz="914377" rtl="0" latinLnBrk="0">
        <a:lnSpc>
          <a:spcPct val="100000"/>
        </a:lnSpc>
        <a:defRPr lang="ko-KR" altLang="en-US" sz="1800" b="0" i="0" u="none" smtClean="0">
          <a:solidFill>
            <a:schemeClr val="tx1"/>
          </a:solidFill>
          <a:latin typeface="+mn-lt"/>
          <a:ea typeface="+mn-ea"/>
          <a:cs typeface="+mn-cs"/>
        </a:defRPr>
      </a:lvl6pPr>
      <a:lvl7pPr marL="2743131" lvl="6" indent="0" algn="l" defTabSz="914377" rtl="0" latinLnBrk="0">
        <a:lnSpc>
          <a:spcPct val="100000"/>
        </a:lnSpc>
        <a:defRPr lang="ko-KR" altLang="en-US" sz="1800" b="0" i="0" u="none" smtClean="0">
          <a:solidFill>
            <a:schemeClr val="tx1"/>
          </a:solidFill>
          <a:latin typeface="+mn-lt"/>
          <a:ea typeface="+mn-ea"/>
          <a:cs typeface="+mn-cs"/>
        </a:defRPr>
      </a:lvl7pPr>
      <a:lvl8pPr marL="3200320" lvl="7" indent="0" algn="l" defTabSz="914377" rtl="0" latinLnBrk="0">
        <a:lnSpc>
          <a:spcPct val="100000"/>
        </a:lnSpc>
        <a:defRPr lang="ko-KR" altLang="en-US" sz="1800" b="0" i="0" u="none" smtClean="0">
          <a:solidFill>
            <a:schemeClr val="tx1"/>
          </a:solidFill>
          <a:latin typeface="+mn-lt"/>
          <a:ea typeface="+mn-ea"/>
          <a:cs typeface="+mn-cs"/>
        </a:defRPr>
      </a:lvl8pPr>
      <a:lvl9pPr marL="3657509" lvl="8" indent="0" algn="l" defTabSz="914377" rtl="0" latinLnBrk="0">
        <a:lnSpc>
          <a:spcPct val="100000"/>
        </a:lnSpc>
        <a:defRPr lang="ko-KR" altLang="en-US" sz="1800" b="0" i="0" u="none" smtClean="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4" y="365139"/>
            <a:ext cx="10515600" cy="1325563"/>
          </a:xfrm>
          <a:prstGeom prst="rect">
            <a:avLst/>
          </a:prstGeom>
        </p:spPr>
        <p:txBody>
          <a:bodyPr vert="horz" lIns="91389" tIns="45695" rIns="91389" bIns="45695" anchor="ctr">
            <a:normAutofit/>
          </a:bodyPr>
          <a:lstStyle/>
          <a:p>
            <a:pPr lvl="0"/>
            <a:r>
              <a:rPr lang="ko-KR" altLang="en-US"/>
              <a:t>마스터 제목 스타일 편집</a:t>
            </a:r>
            <a:endParaRPr lang="en-US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4" y="1825634"/>
            <a:ext cx="10515600" cy="4351339"/>
          </a:xfrm>
          <a:prstGeom prst="rect">
            <a:avLst/>
          </a:prstGeom>
        </p:spPr>
        <p:txBody>
          <a:bodyPr vert="horz" lIns="91389" tIns="45695" rIns="91389" bIns="45695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1" y="6356368"/>
            <a:ext cx="2743200" cy="365125"/>
          </a:xfrm>
          <a:prstGeom prst="rect">
            <a:avLst/>
          </a:prstGeom>
        </p:spPr>
        <p:txBody>
          <a:bodyPr vert="horz" lIns="91389" tIns="45695" rIns="91389" bIns="45695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F85BDD-300B-4081-AB00-41C1DA8B159A}" type="datetimeFigureOut">
              <a:rPr lang="ko-KR" altLang="en-US">
                <a:solidFill>
                  <a:prstClr val="white">
                    <a:tint val="75000"/>
                  </a:prstClr>
                </a:solidFill>
              </a:rPr>
              <a:pPr/>
              <a:t>2026-08-29</a:t>
            </a:fld>
            <a:endParaRPr lang="ko-KR" altLang="en-US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4" y="6356368"/>
            <a:ext cx="4114800" cy="365125"/>
          </a:xfrm>
          <a:prstGeom prst="rect">
            <a:avLst/>
          </a:prstGeom>
        </p:spPr>
        <p:txBody>
          <a:bodyPr vert="horz" lIns="91389" tIns="45695" rIns="91389" bIns="45695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1" y="6356368"/>
            <a:ext cx="2743200" cy="365125"/>
          </a:xfrm>
          <a:prstGeom prst="rect">
            <a:avLst/>
          </a:prstGeom>
        </p:spPr>
        <p:txBody>
          <a:bodyPr vert="horz" lIns="91389" tIns="45695" rIns="91389" bIns="45695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98E8E2-CD19-4C0C-A727-A0A671639E9D}" type="slidenum">
              <a:rPr lang="ko-KR" altLang="en-US">
                <a:solidFill>
                  <a:prstClr val="white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885139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0" r:id="rId1"/>
    <p:sldLayoutId id="2147483721" r:id="rId2"/>
    <p:sldLayoutId id="2147483722" r:id="rId3"/>
    <p:sldLayoutId id="2147483723" r:id="rId4"/>
    <p:sldLayoutId id="2147483724" r:id="rId5"/>
    <p:sldLayoutId id="2147483725" r:id="rId6"/>
    <p:sldLayoutId id="2147483726" r:id="rId7"/>
    <p:sldLayoutId id="2147483727" r:id="rId8"/>
    <p:sldLayoutId id="2147483728" r:id="rId9"/>
    <p:sldLayoutId id="2147483729" r:id="rId10"/>
    <p:sldLayoutId id="2147483730" r:id="rId11"/>
    <p:sldLayoutId id="2147483731" r:id="rId12"/>
  </p:sldLayoutIdLst>
  <p:txStyles>
    <p:titleStyle>
      <a:lvl1pPr algn="l" defTabSz="1218517" rtl="0" eaLnBrk="1" latinLnBrk="1" hangingPunct="1">
        <a:lnSpc>
          <a:spcPct val="90000"/>
        </a:lnSpc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626" indent="-304626" algn="l" defTabSz="1218517" rtl="0" eaLnBrk="1" latinLnBrk="1" hangingPunct="1">
        <a:lnSpc>
          <a:spcPct val="90000"/>
        </a:lnSpc>
        <a:spcBef>
          <a:spcPts val="1333"/>
        </a:spcBef>
        <a:buFont typeface="Arial"/>
        <a:buChar char="•"/>
        <a:defRPr sz="3733" kern="1200">
          <a:solidFill>
            <a:schemeClr val="tx1"/>
          </a:solidFill>
          <a:latin typeface="+mn-lt"/>
          <a:ea typeface="+mn-ea"/>
          <a:cs typeface="+mn-cs"/>
        </a:defRPr>
      </a:lvl1pPr>
      <a:lvl2pPr marL="913889" indent="-304626" algn="l" defTabSz="1218517" rtl="0" eaLnBrk="1" latinLnBrk="1" hangingPunct="1">
        <a:lnSpc>
          <a:spcPct val="90000"/>
        </a:lnSpc>
        <a:spcBef>
          <a:spcPts val="667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523143" indent="-304626" algn="l" defTabSz="1218517" rtl="0" eaLnBrk="1" latinLnBrk="1" hangingPunct="1">
        <a:lnSpc>
          <a:spcPct val="90000"/>
        </a:lnSpc>
        <a:spcBef>
          <a:spcPts val="667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3pPr>
      <a:lvl4pPr marL="2132404" indent="-304626" algn="l" defTabSz="1218517" rtl="0" eaLnBrk="1" latinLnBrk="1" hangingPunct="1">
        <a:lnSpc>
          <a:spcPct val="90000"/>
        </a:lnSpc>
        <a:spcBef>
          <a:spcPts val="667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741666" indent="-304626" algn="l" defTabSz="1218517" rtl="0" eaLnBrk="1" latinLnBrk="1" hangingPunct="1">
        <a:lnSpc>
          <a:spcPct val="90000"/>
        </a:lnSpc>
        <a:spcBef>
          <a:spcPts val="667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350924" indent="-304626" algn="l" defTabSz="1218517" rtl="0" eaLnBrk="1" latinLnBrk="1" hangingPunct="1">
        <a:lnSpc>
          <a:spcPct val="90000"/>
        </a:lnSpc>
        <a:spcBef>
          <a:spcPts val="667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0181" indent="-304626" algn="l" defTabSz="1218517" rtl="0" eaLnBrk="1" latinLnBrk="1" hangingPunct="1">
        <a:lnSpc>
          <a:spcPct val="90000"/>
        </a:lnSpc>
        <a:spcBef>
          <a:spcPts val="667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69440" indent="-304626" algn="l" defTabSz="1218517" rtl="0" eaLnBrk="1" latinLnBrk="1" hangingPunct="1">
        <a:lnSpc>
          <a:spcPct val="90000"/>
        </a:lnSpc>
        <a:spcBef>
          <a:spcPts val="667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78698" indent="-304626" algn="l" defTabSz="1218517" rtl="0" eaLnBrk="1" latinLnBrk="1" hangingPunct="1">
        <a:lnSpc>
          <a:spcPct val="90000"/>
        </a:lnSpc>
        <a:spcBef>
          <a:spcPts val="667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8517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254" algn="l" defTabSz="1218517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517" algn="l" defTabSz="1218517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7779" algn="l" defTabSz="1218517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038" algn="l" defTabSz="1218517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6292" algn="l" defTabSz="1218517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5551" algn="l" defTabSz="1218517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4805" algn="l" defTabSz="1218517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4070" algn="l" defTabSz="1218517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1914EEAF-35F3-AD39-60CA-820AF1B95B0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제목 1">
            <a:extLst>
              <a:ext uri="{FF2B5EF4-FFF2-40B4-BE49-F238E27FC236}">
                <a16:creationId xmlns:a16="http://schemas.microsoft.com/office/drawing/2014/main" id="{20B1CCF0-DF4D-4865-BA37-D9AFD7FE2579}"/>
              </a:ext>
            </a:extLst>
          </p:cNvPr>
          <p:cNvSpPr txBox="1">
            <a:spLocks/>
          </p:cNvSpPr>
          <p:nvPr/>
        </p:nvSpPr>
        <p:spPr>
          <a:xfrm>
            <a:off x="349469" y="1181100"/>
            <a:ext cx="11493062" cy="2247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200" b="0" i="0" u="none" strike="noStrike" kern="120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1훈프로방스 R" panose="02020603020101020101" pitchFamily="18" charset="-127"/>
                <a:ea typeface="1훈프로방스 R" panose="02020603020101020101" pitchFamily="18" charset="-127"/>
                <a:cs typeface="+mj-cs"/>
              </a:rPr>
              <a:t>이 곳에 생명샘 솟아나
눈물 골짝 지나갈 때에</a:t>
            </a:r>
            <a:endParaRPr kumimoji="0" lang="en-US" altLang="ko-KR" sz="7200" b="0" i="0" u="none" strike="noStrike" kern="120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1훈프로방스 R" panose="02020603020101020101" pitchFamily="18" charset="-127"/>
              <a:ea typeface="1훈프로방스 R" panose="02020603020101020101" pitchFamily="18" charset="-127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1446421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1914EEAF-35F3-AD39-60CA-820AF1B95B0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75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제목 1">
            <a:extLst>
              <a:ext uri="{FF2B5EF4-FFF2-40B4-BE49-F238E27FC236}">
                <a16:creationId xmlns:a16="http://schemas.microsoft.com/office/drawing/2014/main" id="{5C84D86D-62AC-4C84-BB4A-199A36227091}"/>
              </a:ext>
            </a:extLst>
          </p:cNvPr>
          <p:cNvSpPr txBox="1">
            <a:spLocks/>
          </p:cNvSpPr>
          <p:nvPr/>
        </p:nvSpPr>
        <p:spPr>
          <a:xfrm>
            <a:off x="349469" y="1181100"/>
            <a:ext cx="11493062" cy="2247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200" b="0" i="0" u="none" strike="noStrike" kern="120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1훈프로방스 R" panose="02020603020101020101" pitchFamily="18" charset="-127"/>
                <a:ea typeface="1훈프로방스 R" panose="02020603020101020101" pitchFamily="18" charset="-127"/>
                <a:cs typeface="+mj-cs"/>
              </a:rPr>
              <a:t>이 곳에 </a:t>
            </a:r>
            <a:r>
              <a:rPr kumimoji="0" lang="ko-KR" altLang="en-US" sz="7200" b="0" i="0" u="none" strike="noStrike" kern="1200" cap="none" spc="0" normalizeH="0" baseline="0" noProof="0" dirty="0" err="1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1훈프로방스 R" panose="02020603020101020101" pitchFamily="18" charset="-127"/>
                <a:ea typeface="1훈프로방스 R" panose="02020603020101020101" pitchFamily="18" charset="-127"/>
                <a:cs typeface="+mj-cs"/>
              </a:rPr>
              <a:t>생명샘</a:t>
            </a:r>
            <a:r>
              <a:rPr kumimoji="0" lang="ko-KR" altLang="en-US" sz="7200" b="0" i="0" u="none" strike="noStrike" kern="120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1훈프로방스 R" panose="02020603020101020101" pitchFamily="18" charset="-127"/>
                <a:ea typeface="1훈프로방스 R" panose="02020603020101020101" pitchFamily="18" charset="-127"/>
                <a:cs typeface="+mj-cs"/>
              </a:rPr>
              <a:t> 솟아나</a:t>
            </a:r>
            <a:endParaRPr kumimoji="0" lang="en-US" altLang="ko-KR" sz="7200" b="0" i="0" u="none" strike="noStrike" kern="120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1훈프로방스 R" panose="02020603020101020101" pitchFamily="18" charset="-127"/>
              <a:ea typeface="1훈프로방스 R" panose="02020603020101020101" pitchFamily="18" charset="-127"/>
              <a:cs typeface="+mj-cs"/>
            </a:endParaRPr>
          </a:p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200" b="0" i="0" u="none" strike="noStrike" kern="120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1훈프로방스 R" panose="02020603020101020101" pitchFamily="18" charset="-127"/>
                <a:ea typeface="1훈프로방스 R" panose="02020603020101020101" pitchFamily="18" charset="-127"/>
                <a:cs typeface="+mj-cs"/>
              </a:rPr>
              <a:t>눈물 골짝 지나갈 때에</a:t>
            </a:r>
            <a:endParaRPr kumimoji="0" lang="en-US" altLang="ko-KR" sz="7200" b="0" i="0" u="none" strike="noStrike" kern="120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1훈프로방스 R" panose="02020603020101020101" pitchFamily="18" charset="-127"/>
              <a:ea typeface="1훈프로방스 R" panose="02020603020101020101" pitchFamily="18" charset="-127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40457382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1914EEAF-35F3-AD39-60CA-820AF1B95B0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2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제목 1">
            <a:extLst>
              <a:ext uri="{FF2B5EF4-FFF2-40B4-BE49-F238E27FC236}">
                <a16:creationId xmlns:a16="http://schemas.microsoft.com/office/drawing/2014/main" id="{98D14846-405E-473B-932D-2850F2C6981C}"/>
              </a:ext>
            </a:extLst>
          </p:cNvPr>
          <p:cNvSpPr txBox="1">
            <a:spLocks/>
          </p:cNvSpPr>
          <p:nvPr/>
        </p:nvSpPr>
        <p:spPr>
          <a:xfrm>
            <a:off x="349469" y="1181100"/>
            <a:ext cx="11493062" cy="2247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200" b="0" i="0" u="none" strike="noStrike" kern="120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1훈프로방스 R" panose="02020603020101020101" pitchFamily="18" charset="-127"/>
                <a:ea typeface="1훈프로방스 R" panose="02020603020101020101" pitchFamily="18" charset="-127"/>
                <a:cs typeface="+mj-cs"/>
              </a:rPr>
              <a:t>이 곳에 </a:t>
            </a:r>
            <a:r>
              <a:rPr kumimoji="0" lang="ko-KR" altLang="en-US" sz="7200" b="0" i="0" u="none" strike="noStrike" kern="1200" cap="none" spc="0" normalizeH="0" baseline="0" noProof="0" dirty="0" err="1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1훈프로방스 R" panose="02020603020101020101" pitchFamily="18" charset="-127"/>
                <a:ea typeface="1훈프로방스 R" panose="02020603020101020101" pitchFamily="18" charset="-127"/>
                <a:cs typeface="+mj-cs"/>
              </a:rPr>
              <a:t>생명샘</a:t>
            </a:r>
            <a:r>
              <a:rPr kumimoji="0" lang="ko-KR" altLang="en-US" sz="7200" b="0" i="0" u="none" strike="noStrike" kern="120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1훈프로방스 R" panose="02020603020101020101" pitchFamily="18" charset="-127"/>
                <a:ea typeface="1훈프로방스 R" panose="02020603020101020101" pitchFamily="18" charset="-127"/>
                <a:cs typeface="+mj-cs"/>
              </a:rPr>
              <a:t> 솟아나</a:t>
            </a:r>
            <a:endParaRPr kumimoji="0" lang="en-US" altLang="ko-KR" sz="7200" b="0" i="0" u="none" strike="noStrike" kern="120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1훈프로방스 R" panose="02020603020101020101" pitchFamily="18" charset="-127"/>
              <a:ea typeface="1훈프로방스 R" panose="02020603020101020101" pitchFamily="18" charset="-127"/>
              <a:cs typeface="+mj-cs"/>
            </a:endParaRPr>
          </a:p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200" b="0" i="0" u="none" strike="noStrike" kern="120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1훈프로방스 R" panose="02020603020101020101" pitchFamily="18" charset="-127"/>
                <a:ea typeface="1훈프로방스 R" panose="02020603020101020101" pitchFamily="18" charset="-127"/>
                <a:cs typeface="+mj-cs"/>
              </a:rPr>
              <a:t>눈물 골짝 지나갈 때에</a:t>
            </a:r>
            <a:endParaRPr kumimoji="0" lang="en-US" altLang="ko-KR" sz="7200" b="0" i="0" u="none" strike="noStrike" kern="120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1훈프로방스 R" panose="02020603020101020101" pitchFamily="18" charset="-127"/>
              <a:ea typeface="1훈프로방스 R" panose="02020603020101020101" pitchFamily="18" charset="-127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7018492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크리스마스트리 나무">
            <a:extLst>
              <a:ext uri="{FF2B5EF4-FFF2-40B4-BE49-F238E27FC236}">
                <a16:creationId xmlns:a16="http://schemas.microsoft.com/office/drawing/2014/main" id="{081ADF65-F1F8-43B5-BB6A-80022CBEFA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187671"/>
            <a:ext cx="14924689" cy="98534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제목 1">
            <a:extLst>
              <a:ext uri="{FF2B5EF4-FFF2-40B4-BE49-F238E27FC236}">
                <a16:creationId xmlns:a16="http://schemas.microsoft.com/office/drawing/2014/main" id="{0F2158A2-E8BD-48B7-97E6-B39844DB347A}"/>
              </a:ext>
            </a:extLst>
          </p:cNvPr>
          <p:cNvSpPr txBox="1">
            <a:spLocks/>
          </p:cNvSpPr>
          <p:nvPr/>
        </p:nvSpPr>
        <p:spPr>
          <a:xfrm>
            <a:off x="349469" y="1181100"/>
            <a:ext cx="11493062" cy="2247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200" b="0" i="0" u="none" strike="noStrike" kern="120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1훈프로방스 R" panose="02020603020101020101" pitchFamily="18" charset="-127"/>
                <a:ea typeface="1훈프로방스 R" panose="02020603020101020101" pitchFamily="18" charset="-127"/>
                <a:cs typeface="+mj-cs"/>
              </a:rPr>
              <a:t>이 곳에 </a:t>
            </a:r>
            <a:r>
              <a:rPr kumimoji="0" lang="ko-KR" altLang="en-US" sz="7200" b="0" i="0" u="none" strike="noStrike" kern="1200" cap="none" spc="0" normalizeH="0" baseline="0" noProof="0" dirty="0" err="1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1훈프로방스 R" panose="02020603020101020101" pitchFamily="18" charset="-127"/>
                <a:ea typeface="1훈프로방스 R" panose="02020603020101020101" pitchFamily="18" charset="-127"/>
                <a:cs typeface="+mj-cs"/>
              </a:rPr>
              <a:t>생명샘</a:t>
            </a:r>
            <a:r>
              <a:rPr kumimoji="0" lang="ko-KR" altLang="en-US" sz="7200" b="0" i="0" u="none" strike="noStrike" kern="120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1훈프로방스 R" panose="02020603020101020101" pitchFamily="18" charset="-127"/>
                <a:ea typeface="1훈프로방스 R" panose="02020603020101020101" pitchFamily="18" charset="-127"/>
                <a:cs typeface="+mj-cs"/>
              </a:rPr>
              <a:t> 솟아나</a:t>
            </a:r>
            <a:endParaRPr kumimoji="0" lang="en-US" altLang="ko-KR" sz="7200" b="0" i="0" u="none" strike="noStrike" kern="120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1훈프로방스 R" panose="02020603020101020101" pitchFamily="18" charset="-127"/>
              <a:ea typeface="1훈프로방스 R" panose="02020603020101020101" pitchFamily="18" charset="-127"/>
              <a:cs typeface="+mj-cs"/>
            </a:endParaRPr>
          </a:p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200" b="0" i="0" u="none" strike="noStrike" kern="120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1훈프로방스 R" panose="02020603020101020101" pitchFamily="18" charset="-127"/>
                <a:ea typeface="1훈프로방스 R" panose="02020603020101020101" pitchFamily="18" charset="-127"/>
                <a:cs typeface="+mj-cs"/>
              </a:rPr>
              <a:t>눈물 골짝 지나갈 때에</a:t>
            </a:r>
            <a:endParaRPr kumimoji="0" lang="en-US" altLang="ko-KR" sz="7200" b="0" i="0" u="none" strike="noStrike" kern="120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1훈프로방스 R" panose="02020603020101020101" pitchFamily="18" charset="-127"/>
              <a:ea typeface="1훈프로방스 R" panose="02020603020101020101" pitchFamily="18" charset="-127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941058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1B256878-5C89-4055-94A8-DF3255F7595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960120"/>
            <a:ext cx="12192000" cy="8128000"/>
          </a:xfrm>
          <a:prstGeom prst="rect">
            <a:avLst/>
          </a:prstGeom>
        </p:spPr>
      </p:pic>
      <p:sp>
        <p:nvSpPr>
          <p:cNvPr id="4" name="제목 1">
            <a:extLst>
              <a:ext uri="{FF2B5EF4-FFF2-40B4-BE49-F238E27FC236}">
                <a16:creationId xmlns:a16="http://schemas.microsoft.com/office/drawing/2014/main" id="{ADD2F321-0E70-494E-B942-BE6DDF9BBEDE}"/>
              </a:ext>
            </a:extLst>
          </p:cNvPr>
          <p:cNvSpPr txBox="1">
            <a:spLocks/>
          </p:cNvSpPr>
          <p:nvPr/>
        </p:nvSpPr>
        <p:spPr>
          <a:xfrm>
            <a:off x="349469" y="1181100"/>
            <a:ext cx="11493062" cy="2247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200" b="0" i="0" u="none" strike="noStrike" kern="120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1훈프로방스 R" panose="02020603020101020101" pitchFamily="18" charset="-127"/>
                <a:ea typeface="1훈프로방스 R" panose="02020603020101020101" pitchFamily="18" charset="-127"/>
                <a:cs typeface="+mj-cs"/>
              </a:rPr>
              <a:t>이 곳에 </a:t>
            </a:r>
            <a:r>
              <a:rPr kumimoji="0" lang="ko-KR" altLang="en-US" sz="7200" b="0" i="0" u="none" strike="noStrike" kern="1200" cap="none" spc="0" normalizeH="0" baseline="0" noProof="0" dirty="0" err="1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1훈프로방스 R" panose="02020603020101020101" pitchFamily="18" charset="-127"/>
                <a:ea typeface="1훈프로방스 R" panose="02020603020101020101" pitchFamily="18" charset="-127"/>
                <a:cs typeface="+mj-cs"/>
              </a:rPr>
              <a:t>생명샘</a:t>
            </a:r>
            <a:r>
              <a:rPr kumimoji="0" lang="ko-KR" altLang="en-US" sz="7200" b="0" i="0" u="none" strike="noStrike" kern="120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1훈프로방스 R" panose="02020603020101020101" pitchFamily="18" charset="-127"/>
                <a:ea typeface="1훈프로방스 R" panose="02020603020101020101" pitchFamily="18" charset="-127"/>
                <a:cs typeface="+mj-cs"/>
              </a:rPr>
              <a:t> 솟아나</a:t>
            </a:r>
            <a:endParaRPr kumimoji="0" lang="en-US" altLang="ko-KR" sz="7200" b="0" i="0" u="none" strike="noStrike" kern="120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1훈프로방스 R" panose="02020603020101020101" pitchFamily="18" charset="-127"/>
              <a:ea typeface="1훈프로방스 R" panose="02020603020101020101" pitchFamily="18" charset="-127"/>
              <a:cs typeface="+mj-cs"/>
            </a:endParaRPr>
          </a:p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200" b="0" i="0" u="none" strike="noStrike" kern="120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1훈프로방스 R" panose="02020603020101020101" pitchFamily="18" charset="-127"/>
                <a:ea typeface="1훈프로방스 R" panose="02020603020101020101" pitchFamily="18" charset="-127"/>
                <a:cs typeface="+mj-cs"/>
              </a:rPr>
              <a:t>눈물 골짝 지나갈 때에</a:t>
            </a:r>
            <a:endParaRPr kumimoji="0" lang="en-US" altLang="ko-KR" sz="7200" b="0" i="0" u="none" strike="noStrike" kern="120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1훈프로방스 R" panose="02020603020101020101" pitchFamily="18" charset="-127"/>
              <a:ea typeface="1훈프로방스 R" panose="02020603020101020101" pitchFamily="18" charset="-127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6239859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44226CB5-BC40-45D2-994B-90279698AD75}"/>
              </a:ext>
            </a:extLst>
          </p:cNvPr>
          <p:cNvSpPr txBox="1">
            <a:spLocks/>
          </p:cNvSpPr>
          <p:nvPr/>
        </p:nvSpPr>
        <p:spPr>
          <a:xfrm>
            <a:off x="349469" y="1181100"/>
            <a:ext cx="11493062" cy="2247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200" b="0" i="0" u="none" strike="noStrike" kern="120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1훈프로방스 R" panose="02020603020101020101" pitchFamily="18" charset="-127"/>
                <a:ea typeface="1훈프로방스 R" panose="02020603020101020101" pitchFamily="18" charset="-127"/>
                <a:cs typeface="+mj-cs"/>
              </a:rPr>
              <a:t>이 곳에 </a:t>
            </a:r>
            <a:r>
              <a:rPr kumimoji="0" lang="ko-KR" altLang="en-US" sz="7200" b="0" i="0" u="none" strike="noStrike" kern="1200" cap="none" spc="0" normalizeH="0" baseline="0" noProof="0" dirty="0" err="1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1훈프로방스 R" panose="02020603020101020101" pitchFamily="18" charset="-127"/>
                <a:ea typeface="1훈프로방스 R" panose="02020603020101020101" pitchFamily="18" charset="-127"/>
                <a:cs typeface="+mj-cs"/>
              </a:rPr>
              <a:t>생명샘</a:t>
            </a:r>
            <a:r>
              <a:rPr kumimoji="0" lang="ko-KR" altLang="en-US" sz="7200" b="0" i="0" u="none" strike="noStrike" kern="120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1훈프로방스 R" panose="02020603020101020101" pitchFamily="18" charset="-127"/>
                <a:ea typeface="1훈프로방스 R" panose="02020603020101020101" pitchFamily="18" charset="-127"/>
                <a:cs typeface="+mj-cs"/>
              </a:rPr>
              <a:t> 솟아나</a:t>
            </a:r>
            <a:endParaRPr kumimoji="0" lang="en-US" altLang="ko-KR" sz="7200" b="0" i="0" u="none" strike="noStrike" kern="120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1훈프로방스 R" panose="02020603020101020101" pitchFamily="18" charset="-127"/>
              <a:ea typeface="1훈프로방스 R" panose="02020603020101020101" pitchFamily="18" charset="-127"/>
              <a:cs typeface="+mj-cs"/>
            </a:endParaRPr>
          </a:p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200" b="0" i="0" u="none" strike="noStrike" kern="120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1훈프로방스 R" panose="02020603020101020101" pitchFamily="18" charset="-127"/>
                <a:ea typeface="1훈프로방스 R" panose="02020603020101020101" pitchFamily="18" charset="-127"/>
                <a:cs typeface="+mj-cs"/>
              </a:rPr>
              <a:t>눈물 골짝 지나갈 때에</a:t>
            </a:r>
            <a:endParaRPr kumimoji="0" lang="en-US" altLang="ko-KR" sz="7200" b="0" i="0" u="none" strike="noStrike" kern="120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1훈프로방스 R" panose="02020603020101020101" pitchFamily="18" charset="-127"/>
              <a:ea typeface="1훈프로방스 R" panose="02020603020101020101" pitchFamily="18" charset="-127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909957308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E92C2E81-A82A-446E-A8A2-9B96981D220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75000"/>
              <a:lumOff val="25000"/>
              <a:alpha val="29000"/>
            </a:schemeClr>
          </a:solidFill>
          <a:ln w="12700" cap="flat" cmpd="sng" algn="ctr">
            <a:noFill/>
            <a:prstDash val="solid"/>
            <a:miter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" name="제목 1">
            <a:extLst>
              <a:ext uri="{FF2B5EF4-FFF2-40B4-BE49-F238E27FC236}">
                <a16:creationId xmlns:a16="http://schemas.microsoft.com/office/drawing/2014/main" id="{3E3BA278-8993-4BC1-94AB-2F29D3B62558}"/>
              </a:ext>
            </a:extLst>
          </p:cNvPr>
          <p:cNvSpPr txBox="1">
            <a:spLocks/>
          </p:cNvSpPr>
          <p:nvPr/>
        </p:nvSpPr>
        <p:spPr>
          <a:xfrm>
            <a:off x="349469" y="1181100"/>
            <a:ext cx="11493062" cy="2247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200" b="0" i="0" u="none" strike="noStrike" kern="120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1훈프로방스 R" panose="02020603020101020101" pitchFamily="18" charset="-127"/>
                <a:ea typeface="1훈프로방스 R" panose="02020603020101020101" pitchFamily="18" charset="-127"/>
                <a:cs typeface="+mj-cs"/>
              </a:rPr>
              <a:t>이 곳에 </a:t>
            </a:r>
            <a:r>
              <a:rPr kumimoji="0" lang="ko-KR" altLang="en-US" sz="7200" b="0" i="0" u="none" strike="noStrike" kern="1200" cap="none" spc="0" normalizeH="0" baseline="0" noProof="0" dirty="0" err="1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1훈프로방스 R" panose="02020603020101020101" pitchFamily="18" charset="-127"/>
                <a:ea typeface="1훈프로방스 R" panose="02020603020101020101" pitchFamily="18" charset="-127"/>
                <a:cs typeface="+mj-cs"/>
              </a:rPr>
              <a:t>생명샘</a:t>
            </a:r>
            <a:r>
              <a:rPr kumimoji="0" lang="ko-KR" altLang="en-US" sz="7200" b="0" i="0" u="none" strike="noStrike" kern="120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1훈프로방스 R" panose="02020603020101020101" pitchFamily="18" charset="-127"/>
                <a:ea typeface="1훈프로방스 R" panose="02020603020101020101" pitchFamily="18" charset="-127"/>
                <a:cs typeface="+mj-cs"/>
              </a:rPr>
              <a:t> 솟아나</a:t>
            </a:r>
            <a:endParaRPr kumimoji="0" lang="en-US" altLang="ko-KR" sz="7200" b="0" i="0" u="none" strike="noStrike" kern="120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1훈프로방스 R" panose="02020603020101020101" pitchFamily="18" charset="-127"/>
              <a:ea typeface="1훈프로방스 R" panose="02020603020101020101" pitchFamily="18" charset="-127"/>
              <a:cs typeface="+mj-cs"/>
            </a:endParaRPr>
          </a:p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200" b="0" i="0" u="none" strike="noStrike" kern="120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1훈프로방스 R" panose="02020603020101020101" pitchFamily="18" charset="-127"/>
                <a:ea typeface="1훈프로방스 R" panose="02020603020101020101" pitchFamily="18" charset="-127"/>
                <a:cs typeface="+mj-cs"/>
              </a:rPr>
              <a:t>눈물 골짝 지나갈 때에</a:t>
            </a:r>
            <a:endParaRPr kumimoji="0" lang="en-US" altLang="ko-KR" sz="7200" b="0" i="0" u="none" strike="noStrike" kern="120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1훈프로방스 R" panose="02020603020101020101" pitchFamily="18" charset="-127"/>
              <a:ea typeface="1훈프로방스 R" panose="02020603020101020101" pitchFamily="18" charset="-127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9006265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3000" b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E959FEAF-5D4E-4F33-91C4-EB5AA4379C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85000"/>
              <a:lumOff val="15000"/>
              <a:alpha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" name="제목 1">
            <a:extLst>
              <a:ext uri="{FF2B5EF4-FFF2-40B4-BE49-F238E27FC236}">
                <a16:creationId xmlns:a16="http://schemas.microsoft.com/office/drawing/2014/main" id="{E8ECA2BA-01A2-4BE5-A7FE-48E3489D63C6}"/>
              </a:ext>
            </a:extLst>
          </p:cNvPr>
          <p:cNvSpPr txBox="1">
            <a:spLocks/>
          </p:cNvSpPr>
          <p:nvPr/>
        </p:nvSpPr>
        <p:spPr>
          <a:xfrm>
            <a:off x="349469" y="1181100"/>
            <a:ext cx="11493062" cy="2247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200" b="0" i="0" u="none" strike="noStrike" kern="120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1훈프로방스 R" panose="02020603020101020101" pitchFamily="18" charset="-127"/>
                <a:ea typeface="1훈프로방스 R" panose="02020603020101020101" pitchFamily="18" charset="-127"/>
                <a:cs typeface="+mj-cs"/>
              </a:rPr>
              <a:t>이 곳에 </a:t>
            </a:r>
            <a:r>
              <a:rPr kumimoji="0" lang="ko-KR" altLang="en-US" sz="7200" b="0" i="0" u="none" strike="noStrike" kern="1200" cap="none" spc="0" normalizeH="0" baseline="0" noProof="0" dirty="0" err="1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1훈프로방스 R" panose="02020603020101020101" pitchFamily="18" charset="-127"/>
                <a:ea typeface="1훈프로방스 R" panose="02020603020101020101" pitchFamily="18" charset="-127"/>
                <a:cs typeface="+mj-cs"/>
              </a:rPr>
              <a:t>생명샘</a:t>
            </a:r>
            <a:r>
              <a:rPr kumimoji="0" lang="ko-KR" altLang="en-US" sz="7200" b="0" i="0" u="none" strike="noStrike" kern="120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1훈프로방스 R" panose="02020603020101020101" pitchFamily="18" charset="-127"/>
                <a:ea typeface="1훈프로방스 R" panose="02020603020101020101" pitchFamily="18" charset="-127"/>
                <a:cs typeface="+mj-cs"/>
              </a:rPr>
              <a:t> 솟아나</a:t>
            </a:r>
            <a:endParaRPr kumimoji="0" lang="en-US" altLang="ko-KR" sz="7200" b="0" i="0" u="none" strike="noStrike" kern="120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1훈프로방스 R" panose="02020603020101020101" pitchFamily="18" charset="-127"/>
              <a:ea typeface="1훈프로방스 R" panose="02020603020101020101" pitchFamily="18" charset="-127"/>
              <a:cs typeface="+mj-cs"/>
            </a:endParaRPr>
          </a:p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200" b="0" i="0" u="none" strike="noStrike" kern="120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1훈프로방스 R" panose="02020603020101020101" pitchFamily="18" charset="-127"/>
                <a:ea typeface="1훈프로방스 R" panose="02020603020101020101" pitchFamily="18" charset="-127"/>
                <a:cs typeface="+mj-cs"/>
              </a:rPr>
              <a:t>눈물 골짝 지나갈 때에</a:t>
            </a:r>
            <a:endParaRPr kumimoji="0" lang="en-US" altLang="ko-KR" sz="7200" b="0" i="0" u="none" strike="noStrike" kern="120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1훈프로방스 R" panose="02020603020101020101" pitchFamily="18" charset="-127"/>
              <a:ea typeface="1훈프로방스 R" panose="02020603020101020101" pitchFamily="18" charset="-127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4009287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E959FEAF-5D4E-4F33-91C4-EB5AA4379C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  <a:alpha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" name="제목 1">
            <a:extLst>
              <a:ext uri="{FF2B5EF4-FFF2-40B4-BE49-F238E27FC236}">
                <a16:creationId xmlns:a16="http://schemas.microsoft.com/office/drawing/2014/main" id="{BF524C86-9CB3-4D0C-B1EC-EF8B9BF586D1}"/>
              </a:ext>
            </a:extLst>
          </p:cNvPr>
          <p:cNvSpPr txBox="1">
            <a:spLocks/>
          </p:cNvSpPr>
          <p:nvPr/>
        </p:nvSpPr>
        <p:spPr>
          <a:xfrm>
            <a:off x="349469" y="1181100"/>
            <a:ext cx="11493062" cy="2247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200" b="0" i="0" u="none" strike="noStrike" kern="120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1훈프로방스 R" panose="02020603020101020101" pitchFamily="18" charset="-127"/>
                <a:ea typeface="1훈프로방스 R" panose="02020603020101020101" pitchFamily="18" charset="-127"/>
                <a:cs typeface="+mj-cs"/>
              </a:rPr>
              <a:t>이 곳에 </a:t>
            </a:r>
            <a:r>
              <a:rPr kumimoji="0" lang="ko-KR" altLang="en-US" sz="7200" b="0" i="0" u="none" strike="noStrike" kern="1200" cap="none" spc="0" normalizeH="0" baseline="0" noProof="0" dirty="0" err="1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1훈프로방스 R" panose="02020603020101020101" pitchFamily="18" charset="-127"/>
                <a:ea typeface="1훈프로방스 R" panose="02020603020101020101" pitchFamily="18" charset="-127"/>
                <a:cs typeface="+mj-cs"/>
              </a:rPr>
              <a:t>생명샘</a:t>
            </a:r>
            <a:r>
              <a:rPr kumimoji="0" lang="ko-KR" altLang="en-US" sz="7200" b="0" i="0" u="none" strike="noStrike" kern="120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1훈프로방스 R" panose="02020603020101020101" pitchFamily="18" charset="-127"/>
                <a:ea typeface="1훈프로방스 R" panose="02020603020101020101" pitchFamily="18" charset="-127"/>
                <a:cs typeface="+mj-cs"/>
              </a:rPr>
              <a:t> 솟아나</a:t>
            </a:r>
            <a:endParaRPr kumimoji="0" lang="en-US" altLang="ko-KR" sz="7200" b="0" i="0" u="none" strike="noStrike" kern="120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1훈프로방스 R" panose="02020603020101020101" pitchFamily="18" charset="-127"/>
              <a:ea typeface="1훈프로방스 R" panose="02020603020101020101" pitchFamily="18" charset="-127"/>
              <a:cs typeface="+mj-cs"/>
            </a:endParaRPr>
          </a:p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200" b="0" i="0" u="none" strike="noStrike" kern="120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1훈프로방스 R" panose="02020603020101020101" pitchFamily="18" charset="-127"/>
                <a:ea typeface="1훈프로방스 R" panose="02020603020101020101" pitchFamily="18" charset="-127"/>
                <a:cs typeface="+mj-cs"/>
              </a:rPr>
              <a:t>눈물 골짝 지나갈 때에</a:t>
            </a:r>
            <a:endParaRPr kumimoji="0" lang="en-US" altLang="ko-KR" sz="7200" b="0" i="0" u="none" strike="noStrike" kern="120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1훈프로방스 R" panose="02020603020101020101" pitchFamily="18" charset="-127"/>
              <a:ea typeface="1훈프로방스 R" panose="02020603020101020101" pitchFamily="18" charset="-127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6574690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E959FEAF-5D4E-4F33-91C4-EB5AA4379C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85000"/>
              <a:lumOff val="15000"/>
              <a:alpha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" name="제목 1">
            <a:extLst>
              <a:ext uri="{FF2B5EF4-FFF2-40B4-BE49-F238E27FC236}">
                <a16:creationId xmlns:a16="http://schemas.microsoft.com/office/drawing/2014/main" id="{BF524C86-9CB3-4D0C-B1EC-EF8B9BF586D1}"/>
              </a:ext>
            </a:extLst>
          </p:cNvPr>
          <p:cNvSpPr txBox="1">
            <a:spLocks/>
          </p:cNvSpPr>
          <p:nvPr/>
        </p:nvSpPr>
        <p:spPr>
          <a:xfrm>
            <a:off x="349469" y="1181100"/>
            <a:ext cx="11493062" cy="2247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200" b="0" i="0" u="none" strike="noStrike" kern="120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1훈프로방스 R" panose="02020603020101020101" pitchFamily="18" charset="-127"/>
                <a:ea typeface="1훈프로방스 R" panose="02020603020101020101" pitchFamily="18" charset="-127"/>
                <a:cs typeface="+mj-cs"/>
              </a:rPr>
              <a:t>이 곳에 </a:t>
            </a:r>
            <a:r>
              <a:rPr kumimoji="0" lang="ko-KR" altLang="en-US" sz="7200" b="0" i="0" u="none" strike="noStrike" kern="1200" cap="none" spc="0" normalizeH="0" baseline="0" noProof="0" dirty="0" err="1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1훈프로방스 R" panose="02020603020101020101" pitchFamily="18" charset="-127"/>
                <a:ea typeface="1훈프로방스 R" panose="02020603020101020101" pitchFamily="18" charset="-127"/>
                <a:cs typeface="+mj-cs"/>
              </a:rPr>
              <a:t>생명샘</a:t>
            </a:r>
            <a:r>
              <a:rPr kumimoji="0" lang="ko-KR" altLang="en-US" sz="7200" b="0" i="0" u="none" strike="noStrike" kern="120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1훈프로방스 R" panose="02020603020101020101" pitchFamily="18" charset="-127"/>
                <a:ea typeface="1훈프로방스 R" panose="02020603020101020101" pitchFamily="18" charset="-127"/>
                <a:cs typeface="+mj-cs"/>
              </a:rPr>
              <a:t> 솟아나</a:t>
            </a:r>
            <a:endParaRPr kumimoji="0" lang="en-US" altLang="ko-KR" sz="7200" b="0" i="0" u="none" strike="noStrike" kern="120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1훈프로방스 R" panose="02020603020101020101" pitchFamily="18" charset="-127"/>
              <a:ea typeface="1훈프로방스 R" panose="02020603020101020101" pitchFamily="18" charset="-127"/>
              <a:cs typeface="+mj-cs"/>
            </a:endParaRPr>
          </a:p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200" b="0" i="0" u="none" strike="noStrike" kern="120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1훈프로방스 R" panose="02020603020101020101" pitchFamily="18" charset="-127"/>
                <a:ea typeface="1훈프로방스 R" panose="02020603020101020101" pitchFamily="18" charset="-127"/>
                <a:cs typeface="+mj-cs"/>
              </a:rPr>
              <a:t>눈물 골짝 지나갈 때에</a:t>
            </a:r>
            <a:endParaRPr kumimoji="0" lang="en-US" altLang="ko-KR" sz="7200" b="0" i="0" u="none" strike="noStrike" kern="120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1훈프로방스 R" panose="02020603020101020101" pitchFamily="18" charset="-127"/>
              <a:ea typeface="1훈프로방스 R" panose="02020603020101020101" pitchFamily="18" charset="-127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3692857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E959FEAF-5D4E-4F33-91C4-EB5AA4379C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94A0AACE-FF57-4B3D-A95A-CC3B38E027B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  <a:alpha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" name="제목 1">
            <a:extLst>
              <a:ext uri="{FF2B5EF4-FFF2-40B4-BE49-F238E27FC236}">
                <a16:creationId xmlns:a16="http://schemas.microsoft.com/office/drawing/2014/main" id="{BF524C86-9CB3-4D0C-B1EC-EF8B9BF586D1}"/>
              </a:ext>
            </a:extLst>
          </p:cNvPr>
          <p:cNvSpPr txBox="1">
            <a:spLocks/>
          </p:cNvSpPr>
          <p:nvPr/>
        </p:nvSpPr>
        <p:spPr>
          <a:xfrm>
            <a:off x="349469" y="1181100"/>
            <a:ext cx="11493062" cy="2247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200" b="0" i="0" u="none" strike="noStrike" kern="120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1훈프로방스 R" panose="02020603020101020101" pitchFamily="18" charset="-127"/>
                <a:ea typeface="1훈프로방스 R" panose="02020603020101020101" pitchFamily="18" charset="-127"/>
                <a:cs typeface="+mj-cs"/>
              </a:rPr>
              <a:t>이 곳에 </a:t>
            </a:r>
            <a:r>
              <a:rPr kumimoji="0" lang="ko-KR" altLang="en-US" sz="7200" b="0" i="0" u="none" strike="noStrike" kern="1200" cap="none" spc="0" normalizeH="0" baseline="0" noProof="0" dirty="0" err="1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1훈프로방스 R" panose="02020603020101020101" pitchFamily="18" charset="-127"/>
                <a:ea typeface="1훈프로방스 R" panose="02020603020101020101" pitchFamily="18" charset="-127"/>
                <a:cs typeface="+mj-cs"/>
              </a:rPr>
              <a:t>생명샘</a:t>
            </a:r>
            <a:r>
              <a:rPr kumimoji="0" lang="ko-KR" altLang="en-US" sz="7200" b="0" i="0" u="none" strike="noStrike" kern="120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1훈프로방스 R" panose="02020603020101020101" pitchFamily="18" charset="-127"/>
                <a:ea typeface="1훈프로방스 R" panose="02020603020101020101" pitchFamily="18" charset="-127"/>
                <a:cs typeface="+mj-cs"/>
              </a:rPr>
              <a:t> 솟아나</a:t>
            </a:r>
            <a:endParaRPr kumimoji="0" lang="en-US" altLang="ko-KR" sz="7200" b="0" i="0" u="none" strike="noStrike" kern="120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1훈프로방스 R" panose="02020603020101020101" pitchFamily="18" charset="-127"/>
              <a:ea typeface="1훈프로방스 R" panose="02020603020101020101" pitchFamily="18" charset="-127"/>
              <a:cs typeface="+mj-cs"/>
            </a:endParaRPr>
          </a:p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200" b="0" i="0" u="none" strike="noStrike" kern="120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1훈프로방스 R" panose="02020603020101020101" pitchFamily="18" charset="-127"/>
                <a:ea typeface="1훈프로방스 R" panose="02020603020101020101" pitchFamily="18" charset="-127"/>
                <a:cs typeface="+mj-cs"/>
              </a:rPr>
              <a:t>눈물 골짝 지나갈 때에</a:t>
            </a:r>
            <a:endParaRPr kumimoji="0" lang="en-US" altLang="ko-KR" sz="7200" b="0" i="0" u="none" strike="noStrike" kern="120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1훈프로방스 R" panose="02020603020101020101" pitchFamily="18" charset="-127"/>
              <a:ea typeface="1훈프로방스 R" panose="02020603020101020101" pitchFamily="18" charset="-127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1493284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BF524C86-9CB3-4D0C-B1EC-EF8B9BF586D1}"/>
              </a:ext>
            </a:extLst>
          </p:cNvPr>
          <p:cNvSpPr txBox="1">
            <a:spLocks/>
          </p:cNvSpPr>
          <p:nvPr/>
        </p:nvSpPr>
        <p:spPr>
          <a:xfrm>
            <a:off x="349469" y="1181100"/>
            <a:ext cx="11493062" cy="2247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200" b="0" i="0" u="none" strike="noStrike" kern="120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1훈프로방스 R" panose="02020603020101020101" pitchFamily="18" charset="-127"/>
                <a:ea typeface="1훈프로방스 R" panose="02020603020101020101" pitchFamily="18" charset="-127"/>
                <a:cs typeface="+mj-cs"/>
              </a:rPr>
              <a:t>이 곳에 </a:t>
            </a:r>
            <a:r>
              <a:rPr kumimoji="0" lang="ko-KR" altLang="en-US" sz="7200" b="0" i="0" u="none" strike="noStrike" kern="1200" cap="none" spc="0" normalizeH="0" baseline="0" noProof="0" dirty="0" err="1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1훈프로방스 R" panose="02020603020101020101" pitchFamily="18" charset="-127"/>
                <a:ea typeface="1훈프로방스 R" panose="02020603020101020101" pitchFamily="18" charset="-127"/>
                <a:cs typeface="+mj-cs"/>
              </a:rPr>
              <a:t>생명샘</a:t>
            </a:r>
            <a:r>
              <a:rPr kumimoji="0" lang="ko-KR" altLang="en-US" sz="7200" b="0" i="0" u="none" strike="noStrike" kern="120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1훈프로방스 R" panose="02020603020101020101" pitchFamily="18" charset="-127"/>
                <a:ea typeface="1훈프로방스 R" panose="02020603020101020101" pitchFamily="18" charset="-127"/>
                <a:cs typeface="+mj-cs"/>
              </a:rPr>
              <a:t> 솟아나</a:t>
            </a:r>
            <a:endParaRPr kumimoji="0" lang="en-US" altLang="ko-KR" sz="7200" b="0" i="0" u="none" strike="noStrike" kern="120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1훈프로방스 R" panose="02020603020101020101" pitchFamily="18" charset="-127"/>
              <a:ea typeface="1훈프로방스 R" panose="02020603020101020101" pitchFamily="18" charset="-127"/>
              <a:cs typeface="+mj-cs"/>
            </a:endParaRPr>
          </a:p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200" b="0" i="0" u="none" strike="noStrike" kern="120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1훈프로방스 R" panose="02020603020101020101" pitchFamily="18" charset="-127"/>
                <a:ea typeface="1훈프로방스 R" panose="02020603020101020101" pitchFamily="18" charset="-127"/>
                <a:cs typeface="+mj-cs"/>
              </a:rPr>
              <a:t>눈물 골짝 지나갈 때에</a:t>
            </a:r>
            <a:endParaRPr kumimoji="0" lang="en-US" altLang="ko-KR" sz="7200" b="0" i="0" u="none" strike="noStrike" kern="120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1훈프로방스 R" panose="02020603020101020101" pitchFamily="18" charset="-127"/>
              <a:ea typeface="1훈프로방스 R" panose="02020603020101020101" pitchFamily="18" charset="-127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1362826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BF524C86-9CB3-4D0C-B1EC-EF8B9BF586D1}"/>
              </a:ext>
            </a:extLst>
          </p:cNvPr>
          <p:cNvSpPr txBox="1">
            <a:spLocks/>
          </p:cNvSpPr>
          <p:nvPr/>
        </p:nvSpPr>
        <p:spPr>
          <a:xfrm>
            <a:off x="349469" y="1181100"/>
            <a:ext cx="11493062" cy="2247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200" b="0" i="0" u="none" strike="noStrike" kern="120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1훈프로방스 R" panose="02020603020101020101" pitchFamily="18" charset="-127"/>
                <a:ea typeface="1훈프로방스 R" panose="02020603020101020101" pitchFamily="18" charset="-127"/>
                <a:cs typeface="+mj-cs"/>
              </a:rPr>
              <a:t>이 곳에 </a:t>
            </a:r>
            <a:r>
              <a:rPr kumimoji="0" lang="ko-KR" altLang="en-US" sz="7200" b="0" i="0" u="none" strike="noStrike" kern="1200" cap="none" spc="0" normalizeH="0" baseline="0" noProof="0" dirty="0" err="1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1훈프로방스 R" panose="02020603020101020101" pitchFamily="18" charset="-127"/>
                <a:ea typeface="1훈프로방스 R" panose="02020603020101020101" pitchFamily="18" charset="-127"/>
                <a:cs typeface="+mj-cs"/>
              </a:rPr>
              <a:t>생명샘</a:t>
            </a:r>
            <a:r>
              <a:rPr kumimoji="0" lang="ko-KR" altLang="en-US" sz="7200" b="0" i="0" u="none" strike="noStrike" kern="120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1훈프로방스 R" panose="02020603020101020101" pitchFamily="18" charset="-127"/>
                <a:ea typeface="1훈프로방스 R" panose="02020603020101020101" pitchFamily="18" charset="-127"/>
                <a:cs typeface="+mj-cs"/>
              </a:rPr>
              <a:t> 솟아나</a:t>
            </a:r>
            <a:endParaRPr kumimoji="0" lang="en-US" altLang="ko-KR" sz="7200" b="0" i="0" u="none" strike="noStrike" kern="120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1훈프로방스 R" panose="02020603020101020101" pitchFamily="18" charset="-127"/>
              <a:ea typeface="1훈프로방스 R" panose="02020603020101020101" pitchFamily="18" charset="-127"/>
              <a:cs typeface="+mj-cs"/>
            </a:endParaRPr>
          </a:p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200" b="0" i="0" u="none" strike="noStrike" kern="120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1훈프로방스 R" panose="02020603020101020101" pitchFamily="18" charset="-127"/>
                <a:ea typeface="1훈프로방스 R" panose="02020603020101020101" pitchFamily="18" charset="-127"/>
                <a:cs typeface="+mj-cs"/>
              </a:rPr>
              <a:t>눈물 골짝 지나갈 때에</a:t>
            </a:r>
            <a:endParaRPr kumimoji="0" lang="en-US" altLang="ko-KR" sz="7200" b="0" i="0" u="none" strike="noStrike" kern="120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1훈프로방스 R" panose="02020603020101020101" pitchFamily="18" charset="-127"/>
              <a:ea typeface="1훈프로방스 R" panose="02020603020101020101" pitchFamily="18" charset="-127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750463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09D07C34-8613-42E5-990C-490807F5BB7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  <a:alpha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" name="제목 1">
            <a:extLst>
              <a:ext uri="{FF2B5EF4-FFF2-40B4-BE49-F238E27FC236}">
                <a16:creationId xmlns:a16="http://schemas.microsoft.com/office/drawing/2014/main" id="{BF524C86-9CB3-4D0C-B1EC-EF8B9BF586D1}"/>
              </a:ext>
            </a:extLst>
          </p:cNvPr>
          <p:cNvSpPr txBox="1">
            <a:spLocks/>
          </p:cNvSpPr>
          <p:nvPr/>
        </p:nvSpPr>
        <p:spPr>
          <a:xfrm>
            <a:off x="349469" y="1181100"/>
            <a:ext cx="11493062" cy="2247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200" b="0" i="0" u="none" strike="noStrike" kern="120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1훈프로방스 R" panose="02020603020101020101" pitchFamily="18" charset="-127"/>
                <a:ea typeface="1훈프로방스 R" panose="02020603020101020101" pitchFamily="18" charset="-127"/>
                <a:cs typeface="+mj-cs"/>
              </a:rPr>
              <a:t>이 곳에 </a:t>
            </a:r>
            <a:r>
              <a:rPr kumimoji="0" lang="ko-KR" altLang="en-US" sz="7200" b="0" i="0" u="none" strike="noStrike" kern="1200" cap="none" spc="0" normalizeH="0" baseline="0" noProof="0" dirty="0" err="1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1훈프로방스 R" panose="02020603020101020101" pitchFamily="18" charset="-127"/>
                <a:ea typeface="1훈프로방스 R" panose="02020603020101020101" pitchFamily="18" charset="-127"/>
                <a:cs typeface="+mj-cs"/>
              </a:rPr>
              <a:t>생명샘</a:t>
            </a:r>
            <a:r>
              <a:rPr kumimoji="0" lang="ko-KR" altLang="en-US" sz="7200" b="0" i="0" u="none" strike="noStrike" kern="120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1훈프로방스 R" panose="02020603020101020101" pitchFamily="18" charset="-127"/>
                <a:ea typeface="1훈프로방스 R" panose="02020603020101020101" pitchFamily="18" charset="-127"/>
                <a:cs typeface="+mj-cs"/>
              </a:rPr>
              <a:t> 솟아나</a:t>
            </a:r>
            <a:endParaRPr kumimoji="0" lang="en-US" altLang="ko-KR" sz="7200" b="0" i="0" u="none" strike="noStrike" kern="120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1훈프로방스 R" panose="02020603020101020101" pitchFamily="18" charset="-127"/>
              <a:ea typeface="1훈프로방스 R" panose="02020603020101020101" pitchFamily="18" charset="-127"/>
              <a:cs typeface="+mj-cs"/>
            </a:endParaRPr>
          </a:p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200" b="0" i="0" u="none" strike="noStrike" kern="120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1훈프로방스 R" panose="02020603020101020101" pitchFamily="18" charset="-127"/>
                <a:ea typeface="1훈프로방스 R" panose="02020603020101020101" pitchFamily="18" charset="-127"/>
                <a:cs typeface="+mj-cs"/>
              </a:rPr>
              <a:t>눈물 골짝 지나갈 때에</a:t>
            </a:r>
            <a:endParaRPr kumimoji="0" lang="en-US" altLang="ko-KR" sz="7200" b="0" i="0" u="none" strike="noStrike" kern="120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1훈프로방스 R" panose="02020603020101020101" pitchFamily="18" charset="-127"/>
              <a:ea typeface="1훈프로방스 R" panose="02020603020101020101" pitchFamily="18" charset="-127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611084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09D07C34-8613-42E5-990C-490807F5BB7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  <a:alpha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" name="제목 1">
            <a:extLst>
              <a:ext uri="{FF2B5EF4-FFF2-40B4-BE49-F238E27FC236}">
                <a16:creationId xmlns:a16="http://schemas.microsoft.com/office/drawing/2014/main" id="{BF524C86-9CB3-4D0C-B1EC-EF8B9BF586D1}"/>
              </a:ext>
            </a:extLst>
          </p:cNvPr>
          <p:cNvSpPr txBox="1">
            <a:spLocks/>
          </p:cNvSpPr>
          <p:nvPr/>
        </p:nvSpPr>
        <p:spPr>
          <a:xfrm>
            <a:off x="349469" y="1181100"/>
            <a:ext cx="11493062" cy="2247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200" b="0" i="0" u="none" strike="noStrike" kern="120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1훈프로방스 R" panose="02020603020101020101" pitchFamily="18" charset="-127"/>
                <a:ea typeface="1훈프로방스 R" panose="02020603020101020101" pitchFamily="18" charset="-127"/>
                <a:cs typeface="+mj-cs"/>
              </a:rPr>
              <a:t>이 곳에 </a:t>
            </a:r>
            <a:r>
              <a:rPr kumimoji="0" lang="ko-KR" altLang="en-US" sz="7200" b="0" i="0" u="none" strike="noStrike" kern="1200" cap="none" spc="0" normalizeH="0" baseline="0" noProof="0" dirty="0" err="1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1훈프로방스 R" panose="02020603020101020101" pitchFamily="18" charset="-127"/>
                <a:ea typeface="1훈프로방스 R" panose="02020603020101020101" pitchFamily="18" charset="-127"/>
                <a:cs typeface="+mj-cs"/>
              </a:rPr>
              <a:t>생명샘</a:t>
            </a:r>
            <a:r>
              <a:rPr kumimoji="0" lang="ko-KR" altLang="en-US" sz="7200" b="0" i="0" u="none" strike="noStrike" kern="120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1훈프로방스 R" panose="02020603020101020101" pitchFamily="18" charset="-127"/>
                <a:ea typeface="1훈프로방스 R" panose="02020603020101020101" pitchFamily="18" charset="-127"/>
                <a:cs typeface="+mj-cs"/>
              </a:rPr>
              <a:t> 솟아나</a:t>
            </a:r>
            <a:endParaRPr kumimoji="0" lang="en-US" altLang="ko-KR" sz="7200" b="0" i="0" u="none" strike="noStrike" kern="120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1훈프로방스 R" panose="02020603020101020101" pitchFamily="18" charset="-127"/>
              <a:ea typeface="1훈프로방스 R" panose="02020603020101020101" pitchFamily="18" charset="-127"/>
              <a:cs typeface="+mj-cs"/>
            </a:endParaRPr>
          </a:p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200" b="0" i="0" u="none" strike="noStrike" kern="120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1훈프로방스 R" panose="02020603020101020101" pitchFamily="18" charset="-127"/>
                <a:ea typeface="1훈프로방스 R" panose="02020603020101020101" pitchFamily="18" charset="-127"/>
                <a:cs typeface="+mj-cs"/>
              </a:rPr>
              <a:t>눈물 골짝 지나갈 때에</a:t>
            </a:r>
            <a:endParaRPr kumimoji="0" lang="en-US" altLang="ko-KR" sz="7200" b="0" i="0" u="none" strike="noStrike" kern="120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1훈프로방스 R" panose="02020603020101020101" pitchFamily="18" charset="-127"/>
              <a:ea typeface="1훈프로방스 R" panose="02020603020101020101" pitchFamily="18" charset="-127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2411630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09D07C34-8613-42E5-990C-490807F5BB7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  <a:alpha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" name="제목 1">
            <a:extLst>
              <a:ext uri="{FF2B5EF4-FFF2-40B4-BE49-F238E27FC236}">
                <a16:creationId xmlns:a16="http://schemas.microsoft.com/office/drawing/2014/main" id="{BF524C86-9CB3-4D0C-B1EC-EF8B9BF586D1}"/>
              </a:ext>
            </a:extLst>
          </p:cNvPr>
          <p:cNvSpPr txBox="1">
            <a:spLocks/>
          </p:cNvSpPr>
          <p:nvPr/>
        </p:nvSpPr>
        <p:spPr>
          <a:xfrm>
            <a:off x="349469" y="1181100"/>
            <a:ext cx="11493062" cy="2247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200" b="0" i="0" u="none" strike="noStrike" kern="120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1훈프로방스 R" panose="02020603020101020101" pitchFamily="18" charset="-127"/>
                <a:ea typeface="1훈프로방스 R" panose="02020603020101020101" pitchFamily="18" charset="-127"/>
                <a:cs typeface="+mj-cs"/>
              </a:rPr>
              <a:t>이 곳에 </a:t>
            </a:r>
            <a:r>
              <a:rPr kumimoji="0" lang="ko-KR" altLang="en-US" sz="7200" b="0" i="0" u="none" strike="noStrike" kern="1200" cap="none" spc="0" normalizeH="0" baseline="0" noProof="0" dirty="0" err="1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1훈프로방스 R" panose="02020603020101020101" pitchFamily="18" charset="-127"/>
                <a:ea typeface="1훈프로방스 R" panose="02020603020101020101" pitchFamily="18" charset="-127"/>
                <a:cs typeface="+mj-cs"/>
              </a:rPr>
              <a:t>생명샘</a:t>
            </a:r>
            <a:r>
              <a:rPr kumimoji="0" lang="ko-KR" altLang="en-US" sz="7200" b="0" i="0" u="none" strike="noStrike" kern="120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1훈프로방스 R" panose="02020603020101020101" pitchFamily="18" charset="-127"/>
                <a:ea typeface="1훈프로방스 R" panose="02020603020101020101" pitchFamily="18" charset="-127"/>
                <a:cs typeface="+mj-cs"/>
              </a:rPr>
              <a:t> 솟아나</a:t>
            </a:r>
            <a:endParaRPr kumimoji="0" lang="en-US" altLang="ko-KR" sz="7200" b="0" i="0" u="none" strike="noStrike" kern="120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1훈프로방스 R" panose="02020603020101020101" pitchFamily="18" charset="-127"/>
              <a:ea typeface="1훈프로방스 R" panose="02020603020101020101" pitchFamily="18" charset="-127"/>
              <a:cs typeface="+mj-cs"/>
            </a:endParaRPr>
          </a:p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200" b="0" i="0" u="none" strike="noStrike" kern="120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1훈프로방스 R" panose="02020603020101020101" pitchFamily="18" charset="-127"/>
                <a:ea typeface="1훈프로방스 R" panose="02020603020101020101" pitchFamily="18" charset="-127"/>
                <a:cs typeface="+mj-cs"/>
              </a:rPr>
              <a:t>눈물 골짝 지나갈 때에</a:t>
            </a:r>
            <a:endParaRPr kumimoji="0" lang="en-US" altLang="ko-KR" sz="7200" b="0" i="0" u="none" strike="noStrike" kern="120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1훈프로방스 R" panose="02020603020101020101" pitchFamily="18" charset="-127"/>
              <a:ea typeface="1훈프로방스 R" panose="02020603020101020101" pitchFamily="18" charset="-127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8483195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C5AE99DC-032A-41E3-860B-40AB0F5ACEA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9E666452-6C61-4265-BCEC-7A122BFD667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50000"/>
              <a:alpha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제목 1">
            <a:extLst>
              <a:ext uri="{FF2B5EF4-FFF2-40B4-BE49-F238E27FC236}">
                <a16:creationId xmlns:a16="http://schemas.microsoft.com/office/drawing/2014/main" id="{EAE23065-0C0F-4B85-9250-94A90D42982C}"/>
              </a:ext>
            </a:extLst>
          </p:cNvPr>
          <p:cNvSpPr txBox="1">
            <a:spLocks/>
          </p:cNvSpPr>
          <p:nvPr/>
        </p:nvSpPr>
        <p:spPr>
          <a:xfrm>
            <a:off x="349469" y="1181100"/>
            <a:ext cx="11493062" cy="2247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200" b="0" i="0" u="none" strike="noStrike" kern="120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1훈프로방스 R" panose="02020603020101020101" pitchFamily="18" charset="-127"/>
                <a:ea typeface="1훈프로방스 R" panose="02020603020101020101" pitchFamily="18" charset="-127"/>
                <a:cs typeface="+mj-cs"/>
              </a:rPr>
              <a:t>이 곳에 </a:t>
            </a:r>
            <a:r>
              <a:rPr kumimoji="0" lang="ko-KR" altLang="en-US" sz="7200" b="0" i="0" u="none" strike="noStrike" kern="1200" cap="none" spc="0" normalizeH="0" baseline="0" noProof="0" dirty="0" err="1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1훈프로방스 R" panose="02020603020101020101" pitchFamily="18" charset="-127"/>
                <a:ea typeface="1훈프로방스 R" panose="02020603020101020101" pitchFamily="18" charset="-127"/>
                <a:cs typeface="+mj-cs"/>
              </a:rPr>
              <a:t>생명샘</a:t>
            </a:r>
            <a:r>
              <a:rPr kumimoji="0" lang="ko-KR" altLang="en-US" sz="7200" b="0" i="0" u="none" strike="noStrike" kern="120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1훈프로방스 R" panose="02020603020101020101" pitchFamily="18" charset="-127"/>
                <a:ea typeface="1훈프로방스 R" panose="02020603020101020101" pitchFamily="18" charset="-127"/>
                <a:cs typeface="+mj-cs"/>
              </a:rPr>
              <a:t> 솟아나</a:t>
            </a:r>
            <a:endParaRPr kumimoji="0" lang="en-US" altLang="ko-KR" sz="7200" b="0" i="0" u="none" strike="noStrike" kern="120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1훈프로방스 R" panose="02020603020101020101" pitchFamily="18" charset="-127"/>
              <a:ea typeface="1훈프로방스 R" panose="02020603020101020101" pitchFamily="18" charset="-127"/>
              <a:cs typeface="+mj-cs"/>
            </a:endParaRPr>
          </a:p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200" b="0" i="0" u="none" strike="noStrike" kern="120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1훈프로방스 R" panose="02020603020101020101" pitchFamily="18" charset="-127"/>
                <a:ea typeface="1훈프로방스 R" panose="02020603020101020101" pitchFamily="18" charset="-127"/>
                <a:cs typeface="+mj-cs"/>
              </a:rPr>
              <a:t>눈물 골짝 지나갈 때에</a:t>
            </a:r>
            <a:endParaRPr kumimoji="0" lang="en-US" altLang="ko-KR" sz="7200" b="0" i="0" u="none" strike="noStrike" kern="120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1훈프로방스 R" panose="02020603020101020101" pitchFamily="18" charset="-127"/>
              <a:ea typeface="1훈프로방스 R" panose="02020603020101020101" pitchFamily="18" charset="-127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795610686"/>
      </p:ext>
    </p:extLst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hrist' 작품 검색 | 클립아트코리아">
            <a:extLst>
              <a:ext uri="{FF2B5EF4-FFF2-40B4-BE49-F238E27FC236}">
                <a16:creationId xmlns:a16="http://schemas.microsoft.com/office/drawing/2014/main" id="{D1017DA0-246E-4D64-9577-DF136CD955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7420" y="-342902"/>
            <a:ext cx="14988628" cy="89249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7213685C-07B2-4114-93FF-65A84A4C153D}"/>
              </a:ext>
            </a:extLst>
          </p:cNvPr>
          <p:cNvSpPr/>
          <p:nvPr/>
        </p:nvSpPr>
        <p:spPr>
          <a:xfrm>
            <a:off x="-78659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  <a:alpha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" name="제목 1">
            <a:extLst>
              <a:ext uri="{FF2B5EF4-FFF2-40B4-BE49-F238E27FC236}">
                <a16:creationId xmlns:a16="http://schemas.microsoft.com/office/drawing/2014/main" id="{BF524C86-9CB3-4D0C-B1EC-EF8B9BF586D1}"/>
              </a:ext>
            </a:extLst>
          </p:cNvPr>
          <p:cNvSpPr txBox="1">
            <a:spLocks/>
          </p:cNvSpPr>
          <p:nvPr/>
        </p:nvSpPr>
        <p:spPr>
          <a:xfrm>
            <a:off x="349469" y="1181100"/>
            <a:ext cx="11493062" cy="2247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200" b="0" i="0" u="none" strike="noStrike" kern="120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1훈프로방스 R" panose="02020603020101020101" pitchFamily="18" charset="-127"/>
                <a:ea typeface="1훈프로방스 R" panose="02020603020101020101" pitchFamily="18" charset="-127"/>
                <a:cs typeface="+mj-cs"/>
              </a:rPr>
              <a:t>이 곳에 </a:t>
            </a:r>
            <a:r>
              <a:rPr kumimoji="0" lang="ko-KR" altLang="en-US" sz="7200" b="0" i="0" u="none" strike="noStrike" kern="1200" cap="none" spc="0" normalizeH="0" baseline="0" noProof="0" dirty="0" err="1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1훈프로방스 R" panose="02020603020101020101" pitchFamily="18" charset="-127"/>
                <a:ea typeface="1훈프로방스 R" panose="02020603020101020101" pitchFamily="18" charset="-127"/>
                <a:cs typeface="+mj-cs"/>
              </a:rPr>
              <a:t>생명샘</a:t>
            </a:r>
            <a:r>
              <a:rPr kumimoji="0" lang="ko-KR" altLang="en-US" sz="7200" b="0" i="0" u="none" strike="noStrike" kern="120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1훈프로방스 R" panose="02020603020101020101" pitchFamily="18" charset="-127"/>
                <a:ea typeface="1훈프로방스 R" panose="02020603020101020101" pitchFamily="18" charset="-127"/>
                <a:cs typeface="+mj-cs"/>
              </a:rPr>
              <a:t> 솟아나</a:t>
            </a:r>
            <a:endParaRPr kumimoji="0" lang="en-US" altLang="ko-KR" sz="7200" b="0" i="0" u="none" strike="noStrike" kern="120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1훈프로방스 R" panose="02020603020101020101" pitchFamily="18" charset="-127"/>
              <a:ea typeface="1훈프로방스 R" panose="02020603020101020101" pitchFamily="18" charset="-127"/>
              <a:cs typeface="+mj-cs"/>
            </a:endParaRPr>
          </a:p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200" b="0" i="0" u="none" strike="noStrike" kern="120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1훈프로방스 R" panose="02020603020101020101" pitchFamily="18" charset="-127"/>
                <a:ea typeface="1훈프로방스 R" panose="02020603020101020101" pitchFamily="18" charset="-127"/>
                <a:cs typeface="+mj-cs"/>
              </a:rPr>
              <a:t>눈물 골짝 지나갈 때에</a:t>
            </a:r>
            <a:endParaRPr kumimoji="0" lang="en-US" altLang="ko-KR" sz="7200" b="0" i="0" u="none" strike="noStrike" kern="120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1훈프로방스 R" panose="02020603020101020101" pitchFamily="18" charset="-127"/>
              <a:ea typeface="1훈프로방스 R" panose="02020603020101020101" pitchFamily="18" charset="-127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931860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6ADDAD62-A7D8-428F-A204-D0A43D129501}"/>
              </a:ext>
            </a:extLst>
          </p:cNvPr>
          <p:cNvSpPr txBox="1">
            <a:spLocks/>
          </p:cNvSpPr>
          <p:nvPr/>
        </p:nvSpPr>
        <p:spPr>
          <a:xfrm>
            <a:off x="349469" y="2581275"/>
            <a:ext cx="11493062" cy="2247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1219201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6600" spc="711" dirty="0">
                <a:solidFill>
                  <a:srgbClr val="70AD47"/>
                </a:solidFill>
                <a:latin typeface="Gowun Dodum" pitchFamily="2" charset="-127"/>
                <a:ea typeface="Gowun Dodum" pitchFamily="2" charset="-127"/>
              </a:rPr>
              <a:t>우리 함께 손잡고 가세</a:t>
            </a:r>
            <a:endParaRPr lang="en-US" altLang="ko-KR" sz="6600" spc="711" dirty="0">
              <a:solidFill>
                <a:srgbClr val="70AD47"/>
              </a:solidFill>
              <a:latin typeface="Gowun Dodum" pitchFamily="2" charset="-127"/>
              <a:ea typeface="Gowun Dodum" pitchFamily="2" charset="-127"/>
            </a:endParaRPr>
          </a:p>
          <a:p>
            <a:pPr marL="0" marR="0" lvl="0" indent="0" algn="ctr" defTabSz="1219201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6600" b="0" i="0" u="none" strike="noStrike" kern="1200" cap="none" spc="711" normalizeH="0" baseline="0" noProof="0" dirty="0">
                <a:ln>
                  <a:noFill/>
                </a:ln>
                <a:solidFill>
                  <a:srgbClr val="70AD47"/>
                </a:solidFill>
                <a:effectLst/>
                <a:uLnTx/>
                <a:uFillTx/>
                <a:latin typeface="Gowun Dodum" pitchFamily="2" charset="-127"/>
                <a:ea typeface="Gowun Dodum" pitchFamily="2" charset="-127"/>
                <a:cs typeface="+mj-cs"/>
              </a:rPr>
              <a:t>조금 느리고 어려울지라도</a:t>
            </a:r>
            <a:endParaRPr kumimoji="0" lang="en-US" altLang="ko-KR" sz="6600" b="0" i="0" u="none" strike="noStrike" kern="1200" cap="none" spc="711" normalizeH="0" baseline="0" noProof="0" dirty="0">
              <a:ln>
                <a:noFill/>
              </a:ln>
              <a:solidFill>
                <a:srgbClr val="70AD47"/>
              </a:solidFill>
              <a:effectLst/>
              <a:uLnTx/>
              <a:uFillTx/>
              <a:latin typeface="Gowun Dodum" pitchFamily="2" charset="-127"/>
              <a:ea typeface="Gowun Dodum" pitchFamily="2" charset="-127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503606809"/>
      </p:ext>
    </p:extLst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659CE116-6598-41AC-B6B6-17B82F8DC3C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25A0D155-B023-46DD-981F-7657BA4503B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65000"/>
              <a:lumOff val="35000"/>
              <a:alpha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3F0BCA7F-AF83-4B6B-8862-0865F159983A}"/>
              </a:ext>
            </a:extLst>
          </p:cNvPr>
          <p:cNvSpPr txBox="1">
            <a:spLocks/>
          </p:cNvSpPr>
          <p:nvPr/>
        </p:nvSpPr>
        <p:spPr>
          <a:xfrm>
            <a:off x="349469" y="1181100"/>
            <a:ext cx="11493062" cy="2247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1훈프로방스 R" panose="02020603020101020101" pitchFamily="18" charset="-127"/>
                <a:ea typeface="1훈프로방스 R" panose="02020603020101020101" pitchFamily="18" charset="-127"/>
                <a:cs typeface="+mj-cs"/>
              </a:rPr>
              <a:t>너는 담장 너머로</a:t>
            </a:r>
            <a:r>
              <a:rPr kumimoji="0" lang="en-US" altLang="ko-KR" sz="7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1훈프로방스 R" panose="02020603020101020101" pitchFamily="18" charset="-127"/>
                <a:ea typeface="1훈프로방스 R" panose="02020603020101020101" pitchFamily="18" charset="-127"/>
                <a:cs typeface="+mj-cs"/>
              </a:rPr>
              <a:t> </a:t>
            </a:r>
            <a:r>
              <a:rPr kumimoji="0" lang="ko-KR" altLang="en-US" sz="7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1훈프로방스 R" panose="02020603020101020101" pitchFamily="18" charset="-127"/>
                <a:ea typeface="1훈프로방스 R" panose="02020603020101020101" pitchFamily="18" charset="-127"/>
                <a:cs typeface="+mj-cs"/>
              </a:rPr>
              <a:t>뻗은 나무</a:t>
            </a:r>
            <a:endParaRPr kumimoji="0" lang="en-US" altLang="ko-KR" sz="7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1훈프로방스 R" panose="02020603020101020101" pitchFamily="18" charset="-127"/>
              <a:ea typeface="1훈프로방스 R" panose="02020603020101020101" pitchFamily="18" charset="-127"/>
              <a:cs typeface="+mj-cs"/>
            </a:endParaRPr>
          </a:p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1훈프로방스 R" panose="02020603020101020101" pitchFamily="18" charset="-127"/>
                <a:ea typeface="1훈프로방스 R" panose="02020603020101020101" pitchFamily="18" charset="-127"/>
                <a:cs typeface="+mj-cs"/>
              </a:rPr>
              <a:t>가지에 푸른 열매처럼</a:t>
            </a:r>
            <a:endParaRPr kumimoji="0" lang="en-US" altLang="ko-KR" sz="7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1훈프로방스 R" panose="02020603020101020101" pitchFamily="18" charset="-127"/>
              <a:ea typeface="1훈프로방스 R" panose="02020603020101020101" pitchFamily="18" charset="-127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9347388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F46216B-77A9-411A-B9D3-5023FCB70208}"/>
    </a:ext>
  </a:extLst>
</a:theme>
</file>

<file path=ppt/theme/theme2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2_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F46216B-77A9-411A-B9D3-5023FCB70208}"/>
    </a:ext>
  </a:extLst>
</a:theme>
</file>

<file path=ppt/theme/theme4.xml><?xml version="1.0" encoding="utf-8"?>
<a:theme xmlns:a="http://schemas.openxmlformats.org/drawingml/2006/main" name="3_Office 테마">
  <a:themeElements>
    <a:clrScheme name="TF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맑은 고딕"/>
        <a:cs typeface="Arial"/>
        <a:font script="Yiii" typeface="Microsoft Yi Baiti"/>
        <a:font script="Syrc" typeface="Estrangelo Edessa"/>
        <a:font script="Hebr" typeface="Times New Roman"/>
        <a:font script="Knda" typeface="Tunga"/>
        <a:font script="Arab" typeface="Times New Roman"/>
        <a:font script="Cans" typeface="Euphemia"/>
        <a:font script="Telu" typeface="Gautami"/>
        <a:font script="Khmr" typeface="MoolBoran"/>
        <a:font script="Viet" typeface="Times New Roman"/>
        <a:font script="Mlym" typeface="Kartika"/>
        <a:font script="Mong" typeface="Mongolian Baiti"/>
        <a:font script="Cher" typeface="Plantagenet Cherokee"/>
        <a:font script="Uigh" typeface="Microsoft Uighur"/>
        <a:font script="Taml" typeface="Latha"/>
        <a:font script="Sinh" typeface="Iskoola Pota"/>
        <a:font script="Gujr" typeface="Shruti"/>
        <a:font script="Jpan" typeface="MS PGothic"/>
        <a:font script="Tibt" typeface="Microsoft Himalaya"/>
        <a:font script="Thaa" typeface="MV Boli"/>
        <a:font script="Geor" typeface="Sylfaen"/>
        <a:font script="Hang" typeface="맑은 고딕"/>
        <a:font script="Laoo" typeface="DokChampa"/>
        <a:font script="Hant" typeface="新細明體"/>
        <a:font script="Thai" typeface="Angsana New"/>
        <a:font script="Hans" typeface="宋?"/>
        <a:font script="Ethi" typeface="Nyala"/>
        <a:font script="Deva" typeface="Mangal"/>
        <a:font script="Beng" typeface="Vrinda"/>
        <a:font script="Orya" typeface="Kalinga"/>
        <a:font script="Guru" typeface="Raavi"/>
      </a:majorFont>
      <a:minorFont>
        <a:latin typeface="맑은 고딕"/>
        <a:ea typeface="맑은 고딕"/>
        <a:cs typeface="Arial"/>
        <a:font script="Yiii" typeface="Microsoft Yi Baiti"/>
        <a:font script="Syrc" typeface="Estrangelo Edessa"/>
        <a:font script="Hebr" typeface="Times New Roman"/>
        <a:font script="Knda" typeface="Tunga"/>
        <a:font script="Arab" typeface="Times New Roman"/>
        <a:font script="Cans" typeface="Euphemia"/>
        <a:font script="Telu" typeface="Gautami"/>
        <a:font script="Khmr" typeface="MoolBoran"/>
        <a:font script="Viet" typeface="Times New Roman"/>
        <a:font script="Mlym" typeface="Kartika"/>
        <a:font script="Mong" typeface="Mongolian Baiti"/>
        <a:font script="Cher" typeface="Plantagenet Cherokee"/>
        <a:font script="Uigh" typeface="Microsoft Uighur"/>
        <a:font script="Taml" typeface="Latha"/>
        <a:font script="Sinh" typeface="Iskoola Pota"/>
        <a:font script="Gujr" typeface="Shruti"/>
        <a:font script="Jpan" typeface="MS PGothic"/>
        <a:font script="Tibt" typeface="Microsoft Himalaya"/>
        <a:font script="Thaa" typeface="MV Boli"/>
        <a:font script="Geor" typeface="Sylfaen"/>
        <a:font script="Hang" typeface="맑은 고딕"/>
        <a:font script="Laoo" typeface="DokChampa"/>
        <a:font script="Hant" typeface="新細明體"/>
        <a:font script="Thai" typeface="Angsana New"/>
        <a:font script="Hans" typeface="宋?"/>
        <a:font script="Ethi" typeface="Nyala"/>
        <a:font script="Deva" typeface="Mangal"/>
        <a:font script="Beng" typeface="Vrinda"/>
        <a:font script="Orya" typeface="Kalinga"/>
        <a:font script="Guru" typeface="Raavi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3_Office Theme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배경</Template>
  <TotalTime>5</TotalTime>
  <Words>180</Words>
  <Application>Microsoft Office PowerPoint</Application>
  <PresentationFormat>와이드스크린</PresentationFormat>
  <Paragraphs>59</Paragraphs>
  <Slides>20</Slides>
  <Notes>20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5</vt:i4>
      </vt:variant>
      <vt:variant>
        <vt:lpstr>슬라이드 제목</vt:lpstr>
      </vt:variant>
      <vt:variant>
        <vt:i4>20</vt:i4>
      </vt:variant>
    </vt:vector>
  </HeadingPairs>
  <TitlesOfParts>
    <vt:vector size="31" baseType="lpstr">
      <vt:lpstr>1훈프로방스 R</vt:lpstr>
      <vt:lpstr>Gowun Dodum</vt:lpstr>
      <vt:lpstr>맑은 고딕</vt:lpstr>
      <vt:lpstr>Arial</vt:lpstr>
      <vt:lpstr>Calibri</vt:lpstr>
      <vt:lpstr>Calibri Light</vt:lpstr>
      <vt:lpstr>Office 테마</vt:lpstr>
      <vt:lpstr>1_Office 테마</vt:lpstr>
      <vt:lpstr>2_Office 테마</vt:lpstr>
      <vt:lpstr>3_Office 테마</vt:lpstr>
      <vt:lpstr>3_Office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예원 방</dc:creator>
  <cp:lastModifiedBy>예원 방</cp:lastModifiedBy>
  <cp:revision>7</cp:revision>
  <dcterms:created xsi:type="dcterms:W3CDTF">2026-08-16T04:32:31Z</dcterms:created>
  <dcterms:modified xsi:type="dcterms:W3CDTF">2026-08-29T06:40:59Z</dcterms:modified>
</cp:coreProperties>
</file>